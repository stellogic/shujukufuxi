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41" r:id="rId3"/>
    <p:sldId id="478" r:id="rId4"/>
    <p:sldId id="302" r:id="rId5"/>
    <p:sldId id="419" r:id="rId6"/>
    <p:sldId id="311" r:id="rId7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9" r:id="rId22"/>
    <p:sldId id="480" r:id="rId23"/>
    <p:sldId id="481" r:id="rId24"/>
    <p:sldId id="482" r:id="rId25"/>
    <p:sldId id="483" r:id="rId26"/>
    <p:sldId id="484" r:id="rId27"/>
    <p:sldId id="485" r:id="rId28"/>
    <p:sldId id="459" r:id="rId2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A4A3A4"/>
          </p15:clr>
        </p15:guide>
        <p15:guide id="2" pos="29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0066CC"/>
    <a:srgbClr val="157E9F"/>
    <a:srgbClr val="1BA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9" autoAdjust="0"/>
    <p:restoredTop sz="90336" autoAdjust="0"/>
  </p:normalViewPr>
  <p:slideViewPr>
    <p:cSldViewPr showGuides="1">
      <p:cViewPr varScale="1">
        <p:scale>
          <a:sx n="132" d="100"/>
          <a:sy n="132" d="100"/>
        </p:scale>
        <p:origin x="528" y="68"/>
      </p:cViewPr>
      <p:guideLst>
        <p:guide orient="horz" pos="1644"/>
        <p:guide pos="29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6A1A8-DFDF-4234-9DEE-A69F695BBF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B20A1-6168-4EA1-838E-EF0E3B829E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87" y="0"/>
            <a:ext cx="9135879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6087" y="1356313"/>
            <a:ext cx="9160087" cy="211270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3354462" y="2602494"/>
            <a:ext cx="424847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3354462" y="2643758"/>
            <a:ext cx="4529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郑州大学计算机与人工智能学院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16a3c790-1bf3-4a1c-b28f-ab3b7e88d02e" descr="/ikAAB+LCAAAAAAABADlmVFvmzAQx7+Lt72hCgw2Sd5Yt27R1LVaq+5h6gMLbuIJTARO1bXKd58dIMEL7S5apDTm9Xy27//nfD9FeUJv5e85QyN0lcWF/MDjaRFnY8ky5KBxgkZikaYOes9FwsX0U5Ev5iUa/Xhab2uvfOdydpqneaH3Ci55nN7E6UKlbeU3aVvrF3d3fMKuZyxjTc41FzISydUsTlSGe+Kqego+nUnByrIOXPz8xSaytW1EdNainKkz35ydBTikUaQPW13jLpe6xIQ9oJHXBFFzYV2jdqFTrF5oa63Dl7GyjklWdOg1tmwSHa23ZDKaTJiQdeWVoFV8S2dT/vpS5cqcfVXH6UorO1chD91u6VL3qluM4NJ5ferwi+qu2YOEirvtkLfu1Kr1/tmpTdo5FzxbZHXaqtzz+KEV8twqyJMkZe20sVBm3K9v8HSs+lCyUBec5UUWS3Xhk7t8t3kSA3zidjVpUw+0SS/zUvJc7PYh603tT3nDCskncRqlfCoyZbXaVWlVi5/zgj/mQprLp0xUe78wNq/9u+KP6r67OC2Z02pX/Y0bcXX/OugbS2PJ740MI+ah51rlrzTnmZexMcdon8rjF97GUZk6nuRiB08x0FSs387m6P83Vb/s3RzVO9p2dj2onYZJXUJX3S/OkldDPWpQzwsHUeR1Ug9bST1sM/Wg4o6Zeqvjurq0J9jDkBENnNDYwB7uLfZgnkJNNbC3D1MPhD1sE/ZC88eeG9Gh34k930rs+TZjDyrumLEXhm3q+X2jng+Z0D5sQPsG9fzeUg/mKZB6vkG9fZh6IOr5NlFvYFCPYDqISCf1AiupF9hMPai4o6ae8Vsv6Bv1AsiEDmADOjCoF/SWejBPgdQLDOrtw9QDUS+wiXpDk3ofyWmEO6lHrKQesZl6UHHHTD3zjz3SN+oRyIQmsAFNDOqR3lIP5imQesSg3j5MPRD1iE3U81wDe2E4CIbdP/aoldijNmMPKu6YsUcGbezRvmGPQkY0hU1oamCP9hZ7ME+B2KMG9vZh6oGwR6HYu13+ASOCvcT+KQAA"/>
          <p:cNvGrpSpPr>
            <a:grpSpLocks noChangeAspect="1"/>
          </p:cNvGrpSpPr>
          <p:nvPr userDrawn="1"/>
        </p:nvGrpSpPr>
        <p:grpSpPr>
          <a:xfrm>
            <a:off x="293707" y="1635646"/>
            <a:ext cx="2469903" cy="1452396"/>
            <a:chOff x="2764410" y="763196"/>
            <a:chExt cx="6772419" cy="3982439"/>
          </a:xfrm>
        </p:grpSpPr>
        <p:sp>
          <p:nvSpPr>
            <p:cNvPr id="11" name="RelativeShape1"/>
            <p:cNvSpPr/>
            <p:nvPr/>
          </p:nvSpPr>
          <p:spPr>
            <a:xfrm>
              <a:off x="5476206" y="2272248"/>
              <a:ext cx="1141570" cy="1141570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RelativeShape2"/>
            <p:cNvSpPr/>
            <p:nvPr/>
          </p:nvSpPr>
          <p:spPr>
            <a:xfrm>
              <a:off x="8395259" y="2148339"/>
              <a:ext cx="1141570" cy="1141570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3" name="RelativeShape3"/>
            <p:cNvSpPr/>
            <p:nvPr/>
          </p:nvSpPr>
          <p:spPr>
            <a:xfrm>
              <a:off x="3082825" y="888270"/>
              <a:ext cx="1141570" cy="1141570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4" name="RelativeShape4"/>
            <p:cNvSpPr/>
            <p:nvPr/>
          </p:nvSpPr>
          <p:spPr>
            <a:xfrm>
              <a:off x="2764410" y="3593274"/>
              <a:ext cx="1141570" cy="1141570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5" name="RelativeShape5"/>
            <p:cNvSpPr/>
            <p:nvPr/>
          </p:nvSpPr>
          <p:spPr>
            <a:xfrm>
              <a:off x="5747006" y="763196"/>
              <a:ext cx="1141570" cy="1141570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6" name="Oval 142"/>
            <p:cNvSpPr/>
            <p:nvPr/>
          </p:nvSpPr>
          <p:spPr bwMode="auto">
            <a:xfrm>
              <a:off x="7377010" y="2877008"/>
              <a:ext cx="295782" cy="29578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Freeform 5"/>
            <p:cNvSpPr/>
            <p:nvPr/>
          </p:nvSpPr>
          <p:spPr bwMode="auto">
            <a:xfrm>
              <a:off x="3321999" y="2711131"/>
              <a:ext cx="673504" cy="1468917"/>
            </a:xfrm>
            <a:custGeom>
              <a:avLst/>
              <a:gdLst>
                <a:gd name="T0" fmla="*/ 8 w 337"/>
                <a:gd name="T1" fmla="*/ 735 h 735"/>
                <a:gd name="T2" fmla="*/ 0 w 337"/>
                <a:gd name="T3" fmla="*/ 727 h 735"/>
                <a:gd name="T4" fmla="*/ 329 w 337"/>
                <a:gd name="T5" fmla="*/ 0 h 735"/>
                <a:gd name="T6" fmla="*/ 337 w 337"/>
                <a:gd name="T7" fmla="*/ 8 h 735"/>
                <a:gd name="T8" fmla="*/ 8 w 337"/>
                <a:gd name="T9" fmla="*/ 735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735">
                  <a:moveTo>
                    <a:pt x="8" y="735"/>
                  </a:moveTo>
                  <a:lnTo>
                    <a:pt x="0" y="727"/>
                  </a:lnTo>
                  <a:lnTo>
                    <a:pt x="329" y="0"/>
                  </a:lnTo>
                  <a:lnTo>
                    <a:pt x="337" y="8"/>
                  </a:lnTo>
                  <a:lnTo>
                    <a:pt x="8" y="73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Freeform 6"/>
            <p:cNvSpPr/>
            <p:nvPr/>
          </p:nvSpPr>
          <p:spPr bwMode="auto">
            <a:xfrm>
              <a:off x="3979515" y="1637922"/>
              <a:ext cx="1083201" cy="1073209"/>
            </a:xfrm>
            <a:custGeom>
              <a:avLst/>
              <a:gdLst>
                <a:gd name="T0" fmla="*/ 8 w 542"/>
                <a:gd name="T1" fmla="*/ 537 h 537"/>
                <a:gd name="T2" fmla="*/ 0 w 542"/>
                <a:gd name="T3" fmla="*/ 529 h 537"/>
                <a:gd name="T4" fmla="*/ 534 w 542"/>
                <a:gd name="T5" fmla="*/ 0 h 537"/>
                <a:gd name="T6" fmla="*/ 542 w 542"/>
                <a:gd name="T7" fmla="*/ 8 h 537"/>
                <a:gd name="T8" fmla="*/ 8 w 542"/>
                <a:gd name="T9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2" h="537">
                  <a:moveTo>
                    <a:pt x="8" y="537"/>
                  </a:moveTo>
                  <a:lnTo>
                    <a:pt x="0" y="529"/>
                  </a:lnTo>
                  <a:lnTo>
                    <a:pt x="534" y="0"/>
                  </a:lnTo>
                  <a:lnTo>
                    <a:pt x="542" y="8"/>
                  </a:lnTo>
                  <a:lnTo>
                    <a:pt x="8" y="53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Freeform 7"/>
            <p:cNvSpPr/>
            <p:nvPr/>
          </p:nvSpPr>
          <p:spPr bwMode="auto">
            <a:xfrm>
              <a:off x="4027480" y="1308165"/>
              <a:ext cx="2298305" cy="1418953"/>
            </a:xfrm>
            <a:custGeom>
              <a:avLst/>
              <a:gdLst>
                <a:gd name="T0" fmla="*/ 0 w 1150"/>
                <a:gd name="T1" fmla="*/ 710 h 710"/>
                <a:gd name="T2" fmla="*/ 0 w 1150"/>
                <a:gd name="T3" fmla="*/ 702 h 710"/>
                <a:gd name="T4" fmla="*/ 1150 w 1150"/>
                <a:gd name="T5" fmla="*/ 0 h 710"/>
                <a:gd name="T6" fmla="*/ 1150 w 1150"/>
                <a:gd name="T7" fmla="*/ 0 h 710"/>
                <a:gd name="T8" fmla="*/ 0 w 1150"/>
                <a:gd name="T9" fmla="*/ 71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0" h="710">
                  <a:moveTo>
                    <a:pt x="0" y="710"/>
                  </a:moveTo>
                  <a:lnTo>
                    <a:pt x="0" y="702"/>
                  </a:lnTo>
                  <a:lnTo>
                    <a:pt x="1150" y="0"/>
                  </a:lnTo>
                  <a:lnTo>
                    <a:pt x="1150" y="0"/>
                  </a:lnTo>
                  <a:lnTo>
                    <a:pt x="0" y="7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Freeform 8"/>
            <p:cNvSpPr/>
            <p:nvPr/>
          </p:nvSpPr>
          <p:spPr bwMode="auto">
            <a:xfrm>
              <a:off x="4027480" y="2793070"/>
              <a:ext cx="443673" cy="909330"/>
            </a:xfrm>
            <a:custGeom>
              <a:avLst/>
              <a:gdLst>
                <a:gd name="T0" fmla="*/ 214 w 222"/>
                <a:gd name="T1" fmla="*/ 455 h 455"/>
                <a:gd name="T2" fmla="*/ 0 w 222"/>
                <a:gd name="T3" fmla="*/ 0 h 455"/>
                <a:gd name="T4" fmla="*/ 0 w 222"/>
                <a:gd name="T5" fmla="*/ 0 h 455"/>
                <a:gd name="T6" fmla="*/ 222 w 222"/>
                <a:gd name="T7" fmla="*/ 455 h 455"/>
                <a:gd name="T8" fmla="*/ 214 w 222"/>
                <a:gd name="T9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" h="455">
                  <a:moveTo>
                    <a:pt x="214" y="45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22" y="455"/>
                  </a:lnTo>
                  <a:lnTo>
                    <a:pt x="214" y="45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Freeform 9"/>
            <p:cNvSpPr/>
            <p:nvPr/>
          </p:nvSpPr>
          <p:spPr bwMode="auto">
            <a:xfrm>
              <a:off x="3979515" y="2711131"/>
              <a:ext cx="2494161" cy="1750709"/>
            </a:xfrm>
            <a:custGeom>
              <a:avLst/>
              <a:gdLst>
                <a:gd name="T0" fmla="*/ 1240 w 1248"/>
                <a:gd name="T1" fmla="*/ 876 h 876"/>
                <a:gd name="T2" fmla="*/ 0 w 1248"/>
                <a:gd name="T3" fmla="*/ 8 h 876"/>
                <a:gd name="T4" fmla="*/ 8 w 1248"/>
                <a:gd name="T5" fmla="*/ 0 h 876"/>
                <a:gd name="T6" fmla="*/ 1248 w 1248"/>
                <a:gd name="T7" fmla="*/ 867 h 876"/>
                <a:gd name="T8" fmla="*/ 1240 w 1248"/>
                <a:gd name="T9" fmla="*/ 876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8" h="876">
                  <a:moveTo>
                    <a:pt x="1240" y="876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248" y="867"/>
                  </a:lnTo>
                  <a:lnTo>
                    <a:pt x="1240" y="87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Freeform 10"/>
            <p:cNvSpPr/>
            <p:nvPr/>
          </p:nvSpPr>
          <p:spPr bwMode="auto">
            <a:xfrm>
              <a:off x="3945540" y="1522007"/>
              <a:ext cx="1067213" cy="131903"/>
            </a:xfrm>
            <a:custGeom>
              <a:avLst/>
              <a:gdLst>
                <a:gd name="T0" fmla="*/ 534 w 534"/>
                <a:gd name="T1" fmla="*/ 66 h 66"/>
                <a:gd name="T2" fmla="*/ 0 w 534"/>
                <a:gd name="T3" fmla="*/ 8 h 66"/>
                <a:gd name="T4" fmla="*/ 0 w 534"/>
                <a:gd name="T5" fmla="*/ 0 h 66"/>
                <a:gd name="T6" fmla="*/ 534 w 534"/>
                <a:gd name="T7" fmla="*/ 58 h 66"/>
                <a:gd name="T8" fmla="*/ 534 w 534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4" h="66">
                  <a:moveTo>
                    <a:pt x="534" y="6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534" y="58"/>
                  </a:lnTo>
                  <a:lnTo>
                    <a:pt x="534" y="6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Freeform 11"/>
            <p:cNvSpPr/>
            <p:nvPr/>
          </p:nvSpPr>
          <p:spPr bwMode="auto">
            <a:xfrm>
              <a:off x="3831624" y="1603947"/>
              <a:ext cx="2200378" cy="1255074"/>
            </a:xfrm>
            <a:custGeom>
              <a:avLst/>
              <a:gdLst>
                <a:gd name="T0" fmla="*/ 1092 w 1101"/>
                <a:gd name="T1" fmla="*/ 628 h 628"/>
                <a:gd name="T2" fmla="*/ 0 w 1101"/>
                <a:gd name="T3" fmla="*/ 9 h 628"/>
                <a:gd name="T4" fmla="*/ 8 w 1101"/>
                <a:gd name="T5" fmla="*/ 0 h 628"/>
                <a:gd name="T6" fmla="*/ 1101 w 1101"/>
                <a:gd name="T7" fmla="*/ 620 h 628"/>
                <a:gd name="T8" fmla="*/ 1092 w 1101"/>
                <a:gd name="T9" fmla="*/ 628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628">
                  <a:moveTo>
                    <a:pt x="1092" y="628"/>
                  </a:moveTo>
                  <a:lnTo>
                    <a:pt x="0" y="9"/>
                  </a:lnTo>
                  <a:lnTo>
                    <a:pt x="8" y="0"/>
                  </a:lnTo>
                  <a:lnTo>
                    <a:pt x="1101" y="620"/>
                  </a:lnTo>
                  <a:lnTo>
                    <a:pt x="1092" y="62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Freeform 12"/>
            <p:cNvSpPr/>
            <p:nvPr/>
          </p:nvSpPr>
          <p:spPr bwMode="auto">
            <a:xfrm>
              <a:off x="3649758" y="1308165"/>
              <a:ext cx="2676028" cy="163879"/>
            </a:xfrm>
            <a:custGeom>
              <a:avLst/>
              <a:gdLst>
                <a:gd name="T0" fmla="*/ 0 w 1339"/>
                <a:gd name="T1" fmla="*/ 82 h 82"/>
                <a:gd name="T2" fmla="*/ 0 w 1339"/>
                <a:gd name="T3" fmla="*/ 74 h 82"/>
                <a:gd name="T4" fmla="*/ 1339 w 1339"/>
                <a:gd name="T5" fmla="*/ 0 h 82"/>
                <a:gd name="T6" fmla="*/ 1339 w 1339"/>
                <a:gd name="T7" fmla="*/ 8 h 82"/>
                <a:gd name="T8" fmla="*/ 0 w 1339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9" h="82">
                  <a:moveTo>
                    <a:pt x="0" y="82"/>
                  </a:moveTo>
                  <a:lnTo>
                    <a:pt x="0" y="74"/>
                  </a:lnTo>
                  <a:lnTo>
                    <a:pt x="1339" y="0"/>
                  </a:lnTo>
                  <a:lnTo>
                    <a:pt x="1339" y="8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Freeform 13"/>
            <p:cNvSpPr/>
            <p:nvPr/>
          </p:nvSpPr>
          <p:spPr bwMode="auto">
            <a:xfrm>
              <a:off x="3617781" y="1472045"/>
              <a:ext cx="2855895" cy="2989795"/>
            </a:xfrm>
            <a:custGeom>
              <a:avLst/>
              <a:gdLst>
                <a:gd name="T0" fmla="*/ 1421 w 1429"/>
                <a:gd name="T1" fmla="*/ 1496 h 1496"/>
                <a:gd name="T2" fmla="*/ 0 w 1429"/>
                <a:gd name="T3" fmla="*/ 9 h 1496"/>
                <a:gd name="T4" fmla="*/ 8 w 1429"/>
                <a:gd name="T5" fmla="*/ 0 h 1496"/>
                <a:gd name="T6" fmla="*/ 1429 w 1429"/>
                <a:gd name="T7" fmla="*/ 1487 h 1496"/>
                <a:gd name="T8" fmla="*/ 1421 w 1429"/>
                <a:gd name="T9" fmla="*/ 1496 h 1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9" h="1496">
                  <a:moveTo>
                    <a:pt x="1421" y="1496"/>
                  </a:moveTo>
                  <a:lnTo>
                    <a:pt x="0" y="9"/>
                  </a:lnTo>
                  <a:lnTo>
                    <a:pt x="8" y="0"/>
                  </a:lnTo>
                  <a:lnTo>
                    <a:pt x="1429" y="1487"/>
                  </a:lnTo>
                  <a:lnTo>
                    <a:pt x="1421" y="149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Freeform 14"/>
            <p:cNvSpPr/>
            <p:nvPr/>
          </p:nvSpPr>
          <p:spPr bwMode="auto">
            <a:xfrm>
              <a:off x="3290023" y="1456056"/>
              <a:ext cx="377722" cy="2708003"/>
            </a:xfrm>
            <a:custGeom>
              <a:avLst/>
              <a:gdLst>
                <a:gd name="T0" fmla="*/ 8 w 189"/>
                <a:gd name="T1" fmla="*/ 1355 h 1355"/>
                <a:gd name="T2" fmla="*/ 0 w 189"/>
                <a:gd name="T3" fmla="*/ 1355 h 1355"/>
                <a:gd name="T4" fmla="*/ 180 w 189"/>
                <a:gd name="T5" fmla="*/ 0 h 1355"/>
                <a:gd name="T6" fmla="*/ 189 w 189"/>
                <a:gd name="T7" fmla="*/ 8 h 1355"/>
                <a:gd name="T8" fmla="*/ 8 w 189"/>
                <a:gd name="T9" fmla="*/ 1355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1355">
                  <a:moveTo>
                    <a:pt x="8" y="1355"/>
                  </a:moveTo>
                  <a:lnTo>
                    <a:pt x="0" y="1355"/>
                  </a:lnTo>
                  <a:lnTo>
                    <a:pt x="180" y="0"/>
                  </a:lnTo>
                  <a:lnTo>
                    <a:pt x="189" y="8"/>
                  </a:lnTo>
                  <a:lnTo>
                    <a:pt x="8" y="135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Oval 21"/>
            <p:cNvSpPr/>
            <p:nvPr/>
          </p:nvSpPr>
          <p:spPr bwMode="auto">
            <a:xfrm>
              <a:off x="7804695" y="4064132"/>
              <a:ext cx="311770" cy="3137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Oval 22"/>
            <p:cNvSpPr/>
            <p:nvPr/>
          </p:nvSpPr>
          <p:spPr bwMode="auto">
            <a:xfrm>
              <a:off x="3847612" y="2579228"/>
              <a:ext cx="279794" cy="27979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Freeform 24"/>
            <p:cNvSpPr/>
            <p:nvPr/>
          </p:nvSpPr>
          <p:spPr bwMode="auto">
            <a:xfrm>
              <a:off x="3683733" y="1587959"/>
              <a:ext cx="311770" cy="1107183"/>
            </a:xfrm>
            <a:custGeom>
              <a:avLst/>
              <a:gdLst>
                <a:gd name="T0" fmla="*/ 148 w 156"/>
                <a:gd name="T1" fmla="*/ 554 h 554"/>
                <a:gd name="T2" fmla="*/ 0 w 156"/>
                <a:gd name="T3" fmla="*/ 0 h 554"/>
                <a:gd name="T4" fmla="*/ 8 w 156"/>
                <a:gd name="T5" fmla="*/ 0 h 554"/>
                <a:gd name="T6" fmla="*/ 156 w 156"/>
                <a:gd name="T7" fmla="*/ 554 h 554"/>
                <a:gd name="T8" fmla="*/ 148 w 156"/>
                <a:gd name="T9" fmla="*/ 554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" h="554">
                  <a:moveTo>
                    <a:pt x="148" y="554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56" y="554"/>
                  </a:lnTo>
                  <a:lnTo>
                    <a:pt x="148" y="55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Freeform 25"/>
            <p:cNvSpPr/>
            <p:nvPr/>
          </p:nvSpPr>
          <p:spPr bwMode="auto">
            <a:xfrm>
              <a:off x="4455165" y="3024899"/>
              <a:ext cx="1247081" cy="677501"/>
            </a:xfrm>
            <a:custGeom>
              <a:avLst/>
              <a:gdLst>
                <a:gd name="T0" fmla="*/ 8 w 624"/>
                <a:gd name="T1" fmla="*/ 339 h 339"/>
                <a:gd name="T2" fmla="*/ 0 w 624"/>
                <a:gd name="T3" fmla="*/ 339 h 339"/>
                <a:gd name="T4" fmla="*/ 624 w 624"/>
                <a:gd name="T5" fmla="*/ 0 h 339"/>
                <a:gd name="T6" fmla="*/ 624 w 624"/>
                <a:gd name="T7" fmla="*/ 0 h 339"/>
                <a:gd name="T8" fmla="*/ 8 w 624"/>
                <a:gd name="T9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339">
                  <a:moveTo>
                    <a:pt x="8" y="339"/>
                  </a:moveTo>
                  <a:lnTo>
                    <a:pt x="0" y="339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8" y="33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Freeform 26"/>
            <p:cNvSpPr/>
            <p:nvPr/>
          </p:nvSpPr>
          <p:spPr bwMode="auto">
            <a:xfrm>
              <a:off x="4439176" y="1653910"/>
              <a:ext cx="623540" cy="2014514"/>
            </a:xfrm>
            <a:custGeom>
              <a:avLst/>
              <a:gdLst>
                <a:gd name="T0" fmla="*/ 8 w 312"/>
                <a:gd name="T1" fmla="*/ 1008 h 1008"/>
                <a:gd name="T2" fmla="*/ 0 w 312"/>
                <a:gd name="T3" fmla="*/ 1000 h 1008"/>
                <a:gd name="T4" fmla="*/ 304 w 312"/>
                <a:gd name="T5" fmla="*/ 0 h 1008"/>
                <a:gd name="T6" fmla="*/ 312 w 312"/>
                <a:gd name="T7" fmla="*/ 0 h 1008"/>
                <a:gd name="T8" fmla="*/ 8 w 312"/>
                <a:gd name="T9" fmla="*/ 1008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1008">
                  <a:moveTo>
                    <a:pt x="8" y="1008"/>
                  </a:moveTo>
                  <a:lnTo>
                    <a:pt x="0" y="1000"/>
                  </a:lnTo>
                  <a:lnTo>
                    <a:pt x="304" y="0"/>
                  </a:lnTo>
                  <a:lnTo>
                    <a:pt x="312" y="0"/>
                  </a:lnTo>
                  <a:lnTo>
                    <a:pt x="8" y="100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Freeform 28"/>
            <p:cNvSpPr/>
            <p:nvPr/>
          </p:nvSpPr>
          <p:spPr bwMode="auto">
            <a:xfrm>
              <a:off x="4455165" y="3702399"/>
              <a:ext cx="2018512" cy="759440"/>
            </a:xfrm>
            <a:custGeom>
              <a:avLst/>
              <a:gdLst>
                <a:gd name="T0" fmla="*/ 1010 w 1010"/>
                <a:gd name="T1" fmla="*/ 380 h 380"/>
                <a:gd name="T2" fmla="*/ 0 w 1010"/>
                <a:gd name="T3" fmla="*/ 8 h 380"/>
                <a:gd name="T4" fmla="*/ 0 w 1010"/>
                <a:gd name="T5" fmla="*/ 0 h 380"/>
                <a:gd name="T6" fmla="*/ 1010 w 1010"/>
                <a:gd name="T7" fmla="*/ 371 h 380"/>
                <a:gd name="T8" fmla="*/ 1010 w 1010"/>
                <a:gd name="T9" fmla="*/ 38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0" h="380">
                  <a:moveTo>
                    <a:pt x="1010" y="380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1010" y="371"/>
                  </a:lnTo>
                  <a:lnTo>
                    <a:pt x="1010" y="38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Freeform 29"/>
            <p:cNvSpPr/>
            <p:nvPr/>
          </p:nvSpPr>
          <p:spPr bwMode="auto">
            <a:xfrm>
              <a:off x="3371963" y="4214022"/>
              <a:ext cx="3101713" cy="247817"/>
            </a:xfrm>
            <a:custGeom>
              <a:avLst/>
              <a:gdLst>
                <a:gd name="T0" fmla="*/ 1552 w 1552"/>
                <a:gd name="T1" fmla="*/ 124 h 124"/>
                <a:gd name="T2" fmla="*/ 0 w 1552"/>
                <a:gd name="T3" fmla="*/ 8 h 124"/>
                <a:gd name="T4" fmla="*/ 0 w 1552"/>
                <a:gd name="T5" fmla="*/ 0 h 124"/>
                <a:gd name="T6" fmla="*/ 1552 w 1552"/>
                <a:gd name="T7" fmla="*/ 115 h 124"/>
                <a:gd name="T8" fmla="*/ 1552 w 1552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2" h="124">
                  <a:moveTo>
                    <a:pt x="1552" y="124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1552" y="115"/>
                  </a:lnTo>
                  <a:lnTo>
                    <a:pt x="1552" y="12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Freeform 30"/>
            <p:cNvSpPr/>
            <p:nvPr/>
          </p:nvSpPr>
          <p:spPr bwMode="auto">
            <a:xfrm>
              <a:off x="6473676" y="4214022"/>
              <a:ext cx="1460924" cy="247817"/>
            </a:xfrm>
            <a:custGeom>
              <a:avLst/>
              <a:gdLst>
                <a:gd name="T0" fmla="*/ 0 w 731"/>
                <a:gd name="T1" fmla="*/ 124 h 124"/>
                <a:gd name="T2" fmla="*/ 0 w 731"/>
                <a:gd name="T3" fmla="*/ 115 h 124"/>
                <a:gd name="T4" fmla="*/ 731 w 731"/>
                <a:gd name="T5" fmla="*/ 0 h 124"/>
                <a:gd name="T6" fmla="*/ 731 w 731"/>
                <a:gd name="T7" fmla="*/ 8 h 124"/>
                <a:gd name="T8" fmla="*/ 0 w 731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1" h="124">
                  <a:moveTo>
                    <a:pt x="0" y="124"/>
                  </a:moveTo>
                  <a:lnTo>
                    <a:pt x="0" y="115"/>
                  </a:lnTo>
                  <a:lnTo>
                    <a:pt x="731" y="0"/>
                  </a:lnTo>
                  <a:lnTo>
                    <a:pt x="731" y="8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Freeform 31"/>
            <p:cNvSpPr/>
            <p:nvPr/>
          </p:nvSpPr>
          <p:spPr bwMode="auto">
            <a:xfrm>
              <a:off x="7524901" y="3024899"/>
              <a:ext cx="409699" cy="1189124"/>
            </a:xfrm>
            <a:custGeom>
              <a:avLst/>
              <a:gdLst>
                <a:gd name="T0" fmla="*/ 205 w 205"/>
                <a:gd name="T1" fmla="*/ 595 h 595"/>
                <a:gd name="T2" fmla="*/ 0 w 205"/>
                <a:gd name="T3" fmla="*/ 0 h 595"/>
                <a:gd name="T4" fmla="*/ 0 w 205"/>
                <a:gd name="T5" fmla="*/ 0 h 595"/>
                <a:gd name="T6" fmla="*/ 205 w 205"/>
                <a:gd name="T7" fmla="*/ 595 h 595"/>
                <a:gd name="T8" fmla="*/ 205 w 205"/>
                <a:gd name="T9" fmla="*/ 595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595">
                  <a:moveTo>
                    <a:pt x="205" y="59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05" y="595"/>
                  </a:lnTo>
                  <a:lnTo>
                    <a:pt x="205" y="59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Freeform 32"/>
            <p:cNvSpPr/>
            <p:nvPr/>
          </p:nvSpPr>
          <p:spPr bwMode="auto">
            <a:xfrm>
              <a:off x="6457688" y="3024899"/>
              <a:ext cx="1067213" cy="1436941"/>
            </a:xfrm>
            <a:custGeom>
              <a:avLst/>
              <a:gdLst>
                <a:gd name="T0" fmla="*/ 8 w 534"/>
                <a:gd name="T1" fmla="*/ 719 h 719"/>
                <a:gd name="T2" fmla="*/ 0 w 534"/>
                <a:gd name="T3" fmla="*/ 710 h 719"/>
                <a:gd name="T4" fmla="*/ 534 w 534"/>
                <a:gd name="T5" fmla="*/ 0 h 719"/>
                <a:gd name="T6" fmla="*/ 534 w 534"/>
                <a:gd name="T7" fmla="*/ 0 h 719"/>
                <a:gd name="T8" fmla="*/ 8 w 534"/>
                <a:gd name="T9" fmla="*/ 719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4" h="719">
                  <a:moveTo>
                    <a:pt x="8" y="719"/>
                  </a:moveTo>
                  <a:lnTo>
                    <a:pt x="0" y="71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8" y="71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Freeform 33"/>
            <p:cNvSpPr/>
            <p:nvPr/>
          </p:nvSpPr>
          <p:spPr bwMode="auto">
            <a:xfrm>
              <a:off x="6063978" y="2859022"/>
              <a:ext cx="409699" cy="1602818"/>
            </a:xfrm>
            <a:custGeom>
              <a:avLst/>
              <a:gdLst>
                <a:gd name="T0" fmla="*/ 197 w 205"/>
                <a:gd name="T1" fmla="*/ 802 h 802"/>
                <a:gd name="T2" fmla="*/ 0 w 205"/>
                <a:gd name="T3" fmla="*/ 0 h 802"/>
                <a:gd name="T4" fmla="*/ 0 w 205"/>
                <a:gd name="T5" fmla="*/ 0 h 802"/>
                <a:gd name="T6" fmla="*/ 205 w 205"/>
                <a:gd name="T7" fmla="*/ 793 h 802"/>
                <a:gd name="T8" fmla="*/ 197 w 205"/>
                <a:gd name="T9" fmla="*/ 80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802">
                  <a:moveTo>
                    <a:pt x="197" y="80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05" y="793"/>
                  </a:lnTo>
                  <a:lnTo>
                    <a:pt x="197" y="80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Freeform 34"/>
            <p:cNvSpPr/>
            <p:nvPr/>
          </p:nvSpPr>
          <p:spPr bwMode="auto">
            <a:xfrm>
              <a:off x="6063978" y="2859022"/>
              <a:ext cx="1460924" cy="165878"/>
            </a:xfrm>
            <a:custGeom>
              <a:avLst/>
              <a:gdLst>
                <a:gd name="T0" fmla="*/ 731 w 731"/>
                <a:gd name="T1" fmla="*/ 83 h 83"/>
                <a:gd name="T2" fmla="*/ 0 w 731"/>
                <a:gd name="T3" fmla="*/ 9 h 83"/>
                <a:gd name="T4" fmla="*/ 0 w 731"/>
                <a:gd name="T5" fmla="*/ 0 h 83"/>
                <a:gd name="T6" fmla="*/ 731 w 731"/>
                <a:gd name="T7" fmla="*/ 83 h 83"/>
                <a:gd name="T8" fmla="*/ 731 w 73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1" h="83">
                  <a:moveTo>
                    <a:pt x="731" y="83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31" y="83"/>
                  </a:lnTo>
                  <a:lnTo>
                    <a:pt x="731" y="8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Freeform 35"/>
            <p:cNvSpPr/>
            <p:nvPr/>
          </p:nvSpPr>
          <p:spPr bwMode="auto">
            <a:xfrm>
              <a:off x="7524901" y="2711131"/>
              <a:ext cx="1460924" cy="313769"/>
            </a:xfrm>
            <a:custGeom>
              <a:avLst/>
              <a:gdLst>
                <a:gd name="T0" fmla="*/ 0 w 731"/>
                <a:gd name="T1" fmla="*/ 157 h 157"/>
                <a:gd name="T2" fmla="*/ 0 w 731"/>
                <a:gd name="T3" fmla="*/ 157 h 157"/>
                <a:gd name="T4" fmla="*/ 731 w 731"/>
                <a:gd name="T5" fmla="*/ 0 h 157"/>
                <a:gd name="T6" fmla="*/ 731 w 731"/>
                <a:gd name="T7" fmla="*/ 8 h 157"/>
                <a:gd name="T8" fmla="*/ 0 w 731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1" h="157">
                  <a:moveTo>
                    <a:pt x="0" y="157"/>
                  </a:moveTo>
                  <a:lnTo>
                    <a:pt x="0" y="157"/>
                  </a:lnTo>
                  <a:lnTo>
                    <a:pt x="731" y="0"/>
                  </a:lnTo>
                  <a:lnTo>
                    <a:pt x="731" y="8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Freeform 36"/>
            <p:cNvSpPr/>
            <p:nvPr/>
          </p:nvSpPr>
          <p:spPr bwMode="auto">
            <a:xfrm>
              <a:off x="7952586" y="2711131"/>
              <a:ext cx="1033239" cy="1502891"/>
            </a:xfrm>
            <a:custGeom>
              <a:avLst/>
              <a:gdLst>
                <a:gd name="T0" fmla="*/ 0 w 517"/>
                <a:gd name="T1" fmla="*/ 752 h 752"/>
                <a:gd name="T2" fmla="*/ 0 w 517"/>
                <a:gd name="T3" fmla="*/ 752 h 752"/>
                <a:gd name="T4" fmla="*/ 517 w 517"/>
                <a:gd name="T5" fmla="*/ 0 h 752"/>
                <a:gd name="T6" fmla="*/ 517 w 517"/>
                <a:gd name="T7" fmla="*/ 8 h 752"/>
                <a:gd name="T8" fmla="*/ 0 w 517"/>
                <a:gd name="T9" fmla="*/ 752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752">
                  <a:moveTo>
                    <a:pt x="0" y="752"/>
                  </a:moveTo>
                  <a:lnTo>
                    <a:pt x="0" y="752"/>
                  </a:lnTo>
                  <a:lnTo>
                    <a:pt x="517" y="0"/>
                  </a:lnTo>
                  <a:lnTo>
                    <a:pt x="517" y="8"/>
                  </a:lnTo>
                  <a:lnTo>
                    <a:pt x="0" y="75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Freeform 37"/>
            <p:cNvSpPr/>
            <p:nvPr/>
          </p:nvSpPr>
          <p:spPr bwMode="auto">
            <a:xfrm>
              <a:off x="6457688" y="2711131"/>
              <a:ext cx="2512148" cy="1750709"/>
            </a:xfrm>
            <a:custGeom>
              <a:avLst/>
              <a:gdLst>
                <a:gd name="T0" fmla="*/ 8 w 1257"/>
                <a:gd name="T1" fmla="*/ 876 h 876"/>
                <a:gd name="T2" fmla="*/ 0 w 1257"/>
                <a:gd name="T3" fmla="*/ 867 h 876"/>
                <a:gd name="T4" fmla="*/ 1257 w 1257"/>
                <a:gd name="T5" fmla="*/ 0 h 876"/>
                <a:gd name="T6" fmla="*/ 1257 w 1257"/>
                <a:gd name="T7" fmla="*/ 8 h 876"/>
                <a:gd name="T8" fmla="*/ 8 w 1257"/>
                <a:gd name="T9" fmla="*/ 876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7" h="876">
                  <a:moveTo>
                    <a:pt x="8" y="876"/>
                  </a:moveTo>
                  <a:lnTo>
                    <a:pt x="0" y="867"/>
                  </a:lnTo>
                  <a:lnTo>
                    <a:pt x="1257" y="0"/>
                  </a:lnTo>
                  <a:lnTo>
                    <a:pt x="1257" y="8"/>
                  </a:lnTo>
                  <a:lnTo>
                    <a:pt x="8" y="87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Freeform 38"/>
            <p:cNvSpPr/>
            <p:nvPr/>
          </p:nvSpPr>
          <p:spPr bwMode="auto">
            <a:xfrm>
              <a:off x="5078705" y="1308165"/>
              <a:ext cx="1247081" cy="345746"/>
            </a:xfrm>
            <a:custGeom>
              <a:avLst/>
              <a:gdLst>
                <a:gd name="T0" fmla="*/ 0 w 624"/>
                <a:gd name="T1" fmla="*/ 173 h 173"/>
                <a:gd name="T2" fmla="*/ 0 w 624"/>
                <a:gd name="T3" fmla="*/ 165 h 173"/>
                <a:gd name="T4" fmla="*/ 624 w 624"/>
                <a:gd name="T5" fmla="*/ 0 h 173"/>
                <a:gd name="T6" fmla="*/ 624 w 624"/>
                <a:gd name="T7" fmla="*/ 8 h 173"/>
                <a:gd name="T8" fmla="*/ 0 w 624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173">
                  <a:moveTo>
                    <a:pt x="0" y="173"/>
                  </a:moveTo>
                  <a:lnTo>
                    <a:pt x="0" y="165"/>
                  </a:lnTo>
                  <a:lnTo>
                    <a:pt x="624" y="0"/>
                  </a:lnTo>
                  <a:lnTo>
                    <a:pt x="624" y="8"/>
                  </a:lnTo>
                  <a:lnTo>
                    <a:pt x="0" y="17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Freeform 39"/>
            <p:cNvSpPr/>
            <p:nvPr/>
          </p:nvSpPr>
          <p:spPr bwMode="auto">
            <a:xfrm>
              <a:off x="5062717" y="1637922"/>
              <a:ext cx="985274" cy="1205112"/>
            </a:xfrm>
            <a:custGeom>
              <a:avLst/>
              <a:gdLst>
                <a:gd name="T0" fmla="*/ 493 w 493"/>
                <a:gd name="T1" fmla="*/ 603 h 603"/>
                <a:gd name="T2" fmla="*/ 0 w 493"/>
                <a:gd name="T3" fmla="*/ 8 h 603"/>
                <a:gd name="T4" fmla="*/ 8 w 493"/>
                <a:gd name="T5" fmla="*/ 0 h 603"/>
                <a:gd name="T6" fmla="*/ 493 w 493"/>
                <a:gd name="T7" fmla="*/ 603 h 603"/>
                <a:gd name="T8" fmla="*/ 493 w 493"/>
                <a:gd name="T9" fmla="*/ 603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" h="603">
                  <a:moveTo>
                    <a:pt x="493" y="603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493" y="603"/>
                  </a:lnTo>
                  <a:lnTo>
                    <a:pt x="493" y="60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Freeform 40"/>
            <p:cNvSpPr/>
            <p:nvPr/>
          </p:nvSpPr>
          <p:spPr bwMode="auto">
            <a:xfrm>
              <a:off x="6032001" y="1308165"/>
              <a:ext cx="293784" cy="1534868"/>
            </a:xfrm>
            <a:custGeom>
              <a:avLst/>
              <a:gdLst>
                <a:gd name="T0" fmla="*/ 8 w 147"/>
                <a:gd name="T1" fmla="*/ 768 h 768"/>
                <a:gd name="T2" fmla="*/ 0 w 147"/>
                <a:gd name="T3" fmla="*/ 768 h 768"/>
                <a:gd name="T4" fmla="*/ 139 w 147"/>
                <a:gd name="T5" fmla="*/ 0 h 768"/>
                <a:gd name="T6" fmla="*/ 147 w 147"/>
                <a:gd name="T7" fmla="*/ 0 h 768"/>
                <a:gd name="T8" fmla="*/ 8 w 147"/>
                <a:gd name="T9" fmla="*/ 768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68">
                  <a:moveTo>
                    <a:pt x="8" y="768"/>
                  </a:moveTo>
                  <a:lnTo>
                    <a:pt x="0" y="768"/>
                  </a:lnTo>
                  <a:lnTo>
                    <a:pt x="139" y="0"/>
                  </a:lnTo>
                  <a:lnTo>
                    <a:pt x="147" y="0"/>
                  </a:lnTo>
                  <a:lnTo>
                    <a:pt x="8" y="76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Freeform 41"/>
            <p:cNvSpPr/>
            <p:nvPr/>
          </p:nvSpPr>
          <p:spPr bwMode="auto">
            <a:xfrm>
              <a:off x="6325785" y="1308165"/>
              <a:ext cx="1494898" cy="147891"/>
            </a:xfrm>
            <a:custGeom>
              <a:avLst/>
              <a:gdLst>
                <a:gd name="T0" fmla="*/ 748 w 748"/>
                <a:gd name="T1" fmla="*/ 74 h 74"/>
                <a:gd name="T2" fmla="*/ 0 w 748"/>
                <a:gd name="T3" fmla="*/ 8 h 74"/>
                <a:gd name="T4" fmla="*/ 0 w 748"/>
                <a:gd name="T5" fmla="*/ 0 h 74"/>
                <a:gd name="T6" fmla="*/ 748 w 748"/>
                <a:gd name="T7" fmla="*/ 66 h 74"/>
                <a:gd name="T8" fmla="*/ 748 w 748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8" h="74">
                  <a:moveTo>
                    <a:pt x="748" y="74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748" y="66"/>
                  </a:lnTo>
                  <a:lnTo>
                    <a:pt x="748" y="7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Freeform 42"/>
            <p:cNvSpPr/>
            <p:nvPr/>
          </p:nvSpPr>
          <p:spPr bwMode="auto">
            <a:xfrm>
              <a:off x="7524901" y="1456056"/>
              <a:ext cx="295782" cy="1534868"/>
            </a:xfrm>
            <a:custGeom>
              <a:avLst/>
              <a:gdLst>
                <a:gd name="T0" fmla="*/ 0 w 148"/>
                <a:gd name="T1" fmla="*/ 768 h 768"/>
                <a:gd name="T2" fmla="*/ 0 w 148"/>
                <a:gd name="T3" fmla="*/ 768 h 768"/>
                <a:gd name="T4" fmla="*/ 148 w 148"/>
                <a:gd name="T5" fmla="*/ 0 h 768"/>
                <a:gd name="T6" fmla="*/ 148 w 148"/>
                <a:gd name="T7" fmla="*/ 0 h 768"/>
                <a:gd name="T8" fmla="*/ 0 w 148"/>
                <a:gd name="T9" fmla="*/ 768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768">
                  <a:moveTo>
                    <a:pt x="0" y="768"/>
                  </a:moveTo>
                  <a:lnTo>
                    <a:pt x="0" y="768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0" y="76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Freeform 43"/>
            <p:cNvSpPr/>
            <p:nvPr/>
          </p:nvSpPr>
          <p:spPr bwMode="auto">
            <a:xfrm>
              <a:off x="7820683" y="1456056"/>
              <a:ext cx="1149153" cy="1239086"/>
            </a:xfrm>
            <a:custGeom>
              <a:avLst/>
              <a:gdLst>
                <a:gd name="T0" fmla="*/ 567 w 575"/>
                <a:gd name="T1" fmla="*/ 620 h 620"/>
                <a:gd name="T2" fmla="*/ 0 w 575"/>
                <a:gd name="T3" fmla="*/ 8 h 620"/>
                <a:gd name="T4" fmla="*/ 0 w 575"/>
                <a:gd name="T5" fmla="*/ 0 h 620"/>
                <a:gd name="T6" fmla="*/ 575 w 575"/>
                <a:gd name="T7" fmla="*/ 620 h 620"/>
                <a:gd name="T8" fmla="*/ 567 w 575"/>
                <a:gd name="T9" fmla="*/ 62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5" h="620">
                  <a:moveTo>
                    <a:pt x="567" y="620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575" y="620"/>
                  </a:lnTo>
                  <a:lnTo>
                    <a:pt x="567" y="62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Freeform 44"/>
            <p:cNvSpPr/>
            <p:nvPr/>
          </p:nvSpPr>
          <p:spPr bwMode="auto">
            <a:xfrm>
              <a:off x="6095954" y="1456056"/>
              <a:ext cx="1724729" cy="1337014"/>
            </a:xfrm>
            <a:custGeom>
              <a:avLst/>
              <a:gdLst>
                <a:gd name="T0" fmla="*/ 9 w 863"/>
                <a:gd name="T1" fmla="*/ 669 h 669"/>
                <a:gd name="T2" fmla="*/ 0 w 863"/>
                <a:gd name="T3" fmla="*/ 669 h 669"/>
                <a:gd name="T4" fmla="*/ 863 w 863"/>
                <a:gd name="T5" fmla="*/ 0 h 669"/>
                <a:gd name="T6" fmla="*/ 863 w 863"/>
                <a:gd name="T7" fmla="*/ 8 h 669"/>
                <a:gd name="T8" fmla="*/ 9 w 863"/>
                <a:gd name="T9" fmla="*/ 669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3" h="669">
                  <a:moveTo>
                    <a:pt x="9" y="669"/>
                  </a:moveTo>
                  <a:lnTo>
                    <a:pt x="0" y="669"/>
                  </a:lnTo>
                  <a:lnTo>
                    <a:pt x="863" y="0"/>
                  </a:lnTo>
                  <a:lnTo>
                    <a:pt x="863" y="8"/>
                  </a:lnTo>
                  <a:lnTo>
                    <a:pt x="9" y="66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Freeform 45"/>
            <p:cNvSpPr/>
            <p:nvPr/>
          </p:nvSpPr>
          <p:spPr bwMode="auto">
            <a:xfrm>
              <a:off x="6309797" y="1308165"/>
              <a:ext cx="1215104" cy="1716734"/>
            </a:xfrm>
            <a:custGeom>
              <a:avLst/>
              <a:gdLst>
                <a:gd name="T0" fmla="*/ 608 w 608"/>
                <a:gd name="T1" fmla="*/ 859 h 859"/>
                <a:gd name="T2" fmla="*/ 0 w 608"/>
                <a:gd name="T3" fmla="*/ 0 h 859"/>
                <a:gd name="T4" fmla="*/ 8 w 608"/>
                <a:gd name="T5" fmla="*/ 0 h 859"/>
                <a:gd name="T6" fmla="*/ 608 w 608"/>
                <a:gd name="T7" fmla="*/ 859 h 859"/>
                <a:gd name="T8" fmla="*/ 608 w 608"/>
                <a:gd name="T9" fmla="*/ 859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8" h="859">
                  <a:moveTo>
                    <a:pt x="608" y="859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608" y="859"/>
                  </a:lnTo>
                  <a:lnTo>
                    <a:pt x="608" y="859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Freeform 46"/>
            <p:cNvSpPr/>
            <p:nvPr/>
          </p:nvSpPr>
          <p:spPr bwMode="auto">
            <a:xfrm>
              <a:off x="7820683" y="1456056"/>
              <a:ext cx="147891" cy="2708003"/>
            </a:xfrm>
            <a:custGeom>
              <a:avLst/>
              <a:gdLst>
                <a:gd name="T0" fmla="*/ 66 w 74"/>
                <a:gd name="T1" fmla="*/ 1355 h 1355"/>
                <a:gd name="T2" fmla="*/ 0 w 74"/>
                <a:gd name="T3" fmla="*/ 8 h 1355"/>
                <a:gd name="T4" fmla="*/ 0 w 74"/>
                <a:gd name="T5" fmla="*/ 0 h 1355"/>
                <a:gd name="T6" fmla="*/ 74 w 74"/>
                <a:gd name="T7" fmla="*/ 1355 h 1355"/>
                <a:gd name="T8" fmla="*/ 66 w 74"/>
                <a:gd name="T9" fmla="*/ 1355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1355">
                  <a:moveTo>
                    <a:pt x="66" y="1355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74" y="1355"/>
                  </a:lnTo>
                  <a:lnTo>
                    <a:pt x="66" y="135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Freeform 47"/>
            <p:cNvSpPr/>
            <p:nvPr/>
          </p:nvSpPr>
          <p:spPr bwMode="auto">
            <a:xfrm>
              <a:off x="6457688" y="1456056"/>
              <a:ext cx="1362995" cy="3005783"/>
            </a:xfrm>
            <a:custGeom>
              <a:avLst/>
              <a:gdLst>
                <a:gd name="T0" fmla="*/ 8 w 682"/>
                <a:gd name="T1" fmla="*/ 1504 h 1504"/>
                <a:gd name="T2" fmla="*/ 0 w 682"/>
                <a:gd name="T3" fmla="*/ 1495 h 1504"/>
                <a:gd name="T4" fmla="*/ 682 w 682"/>
                <a:gd name="T5" fmla="*/ 0 h 1504"/>
                <a:gd name="T6" fmla="*/ 682 w 682"/>
                <a:gd name="T7" fmla="*/ 8 h 1504"/>
                <a:gd name="T8" fmla="*/ 8 w 682"/>
                <a:gd name="T9" fmla="*/ 1504 h 1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2" h="1504">
                  <a:moveTo>
                    <a:pt x="8" y="1504"/>
                  </a:moveTo>
                  <a:lnTo>
                    <a:pt x="0" y="1495"/>
                  </a:lnTo>
                  <a:lnTo>
                    <a:pt x="682" y="0"/>
                  </a:lnTo>
                  <a:lnTo>
                    <a:pt x="682" y="8"/>
                  </a:lnTo>
                  <a:lnTo>
                    <a:pt x="8" y="150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Freeform 48"/>
            <p:cNvSpPr/>
            <p:nvPr/>
          </p:nvSpPr>
          <p:spPr bwMode="auto">
            <a:xfrm>
              <a:off x="6325785" y="1308165"/>
              <a:ext cx="2660039" cy="1418953"/>
            </a:xfrm>
            <a:custGeom>
              <a:avLst/>
              <a:gdLst>
                <a:gd name="T0" fmla="*/ 1331 w 1331"/>
                <a:gd name="T1" fmla="*/ 710 h 710"/>
                <a:gd name="T2" fmla="*/ 0 w 1331"/>
                <a:gd name="T3" fmla="*/ 0 h 710"/>
                <a:gd name="T4" fmla="*/ 0 w 1331"/>
                <a:gd name="T5" fmla="*/ 0 h 710"/>
                <a:gd name="T6" fmla="*/ 1331 w 1331"/>
                <a:gd name="T7" fmla="*/ 702 h 710"/>
                <a:gd name="T8" fmla="*/ 1331 w 1331"/>
                <a:gd name="T9" fmla="*/ 71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1" h="710">
                  <a:moveTo>
                    <a:pt x="1331" y="7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31" y="702"/>
                  </a:lnTo>
                  <a:lnTo>
                    <a:pt x="1331" y="7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Freeform 49"/>
            <p:cNvSpPr/>
            <p:nvPr/>
          </p:nvSpPr>
          <p:spPr bwMode="auto">
            <a:xfrm>
              <a:off x="6014015" y="2711131"/>
              <a:ext cx="2971810" cy="147891"/>
            </a:xfrm>
            <a:custGeom>
              <a:avLst/>
              <a:gdLst>
                <a:gd name="T0" fmla="*/ 0 w 1487"/>
                <a:gd name="T1" fmla="*/ 74 h 74"/>
                <a:gd name="T2" fmla="*/ 0 w 1487"/>
                <a:gd name="T3" fmla="*/ 66 h 74"/>
                <a:gd name="T4" fmla="*/ 1487 w 1487"/>
                <a:gd name="T5" fmla="*/ 0 h 74"/>
                <a:gd name="T6" fmla="*/ 1487 w 1487"/>
                <a:gd name="T7" fmla="*/ 8 h 74"/>
                <a:gd name="T8" fmla="*/ 0 w 1487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7" h="74">
                  <a:moveTo>
                    <a:pt x="0" y="74"/>
                  </a:moveTo>
                  <a:lnTo>
                    <a:pt x="0" y="66"/>
                  </a:lnTo>
                  <a:lnTo>
                    <a:pt x="1487" y="0"/>
                  </a:lnTo>
                  <a:lnTo>
                    <a:pt x="1487" y="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Freeform 50"/>
            <p:cNvSpPr/>
            <p:nvPr/>
          </p:nvSpPr>
          <p:spPr bwMode="auto">
            <a:xfrm>
              <a:off x="4455165" y="3702399"/>
              <a:ext cx="3479435" cy="527611"/>
            </a:xfrm>
            <a:custGeom>
              <a:avLst/>
              <a:gdLst>
                <a:gd name="T0" fmla="*/ 1741 w 1741"/>
                <a:gd name="T1" fmla="*/ 264 h 264"/>
                <a:gd name="T2" fmla="*/ 0 w 1741"/>
                <a:gd name="T3" fmla="*/ 8 h 264"/>
                <a:gd name="T4" fmla="*/ 0 w 1741"/>
                <a:gd name="T5" fmla="*/ 0 h 264"/>
                <a:gd name="T6" fmla="*/ 1741 w 1741"/>
                <a:gd name="T7" fmla="*/ 256 h 264"/>
                <a:gd name="T8" fmla="*/ 1741 w 1741"/>
                <a:gd name="T9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1" h="264">
                  <a:moveTo>
                    <a:pt x="1741" y="264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1741" y="256"/>
                  </a:lnTo>
                  <a:lnTo>
                    <a:pt x="1741" y="26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Oval 141"/>
            <p:cNvSpPr/>
            <p:nvPr/>
          </p:nvSpPr>
          <p:spPr bwMode="auto">
            <a:xfrm>
              <a:off x="6174439" y="4158057"/>
              <a:ext cx="584486" cy="58757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Oval 143"/>
            <p:cNvSpPr/>
            <p:nvPr/>
          </p:nvSpPr>
          <p:spPr bwMode="auto">
            <a:xfrm>
              <a:off x="7605900" y="1241274"/>
              <a:ext cx="429564" cy="42956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Oval 23"/>
            <p:cNvSpPr/>
            <p:nvPr/>
          </p:nvSpPr>
          <p:spPr bwMode="auto">
            <a:xfrm>
              <a:off x="4964788" y="1537995"/>
              <a:ext cx="229831" cy="23182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Oval 20"/>
            <p:cNvSpPr/>
            <p:nvPr/>
          </p:nvSpPr>
          <p:spPr bwMode="auto">
            <a:xfrm>
              <a:off x="4307274" y="3552509"/>
              <a:ext cx="311770" cy="31376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ValueShape1"/>
            <p:cNvSpPr/>
            <p:nvPr/>
          </p:nvSpPr>
          <p:spPr bwMode="auto">
            <a:xfrm>
              <a:off x="5590363" y="2386405"/>
              <a:ext cx="913256" cy="91325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  <a:round/>
            </a:ln>
          </p:spPr>
          <p:txBody>
            <a:bodyPr vert="horz" wrap="none" lIns="0" tIns="0" rIns="0" bIns="0" anchor="ctr" anchorCtr="0" compatLnSpc="1">
              <a:normAutofit fontScale="55000" lnSpcReduction="20000"/>
            </a:bodyPr>
            <a:lstStyle/>
            <a:p>
              <a:pPr algn="ctr"/>
              <a:endPara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0" name="ValueShape2"/>
            <p:cNvSpPr/>
            <p:nvPr/>
          </p:nvSpPr>
          <p:spPr bwMode="auto">
            <a:xfrm>
              <a:off x="8549371" y="2302451"/>
              <a:ext cx="833346" cy="833346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  <a:round/>
            </a:ln>
          </p:spPr>
          <p:txBody>
            <a:bodyPr vert="horz" wrap="none" lIns="0" tIns="0" rIns="0" bIns="0" anchor="ctr" anchorCtr="0" compatLnSpc="1">
              <a:normAutofit fontScale="55000" lnSpcReduction="20000"/>
            </a:bodyPr>
            <a:lstStyle/>
            <a:p>
              <a:pPr algn="ctr"/>
              <a:endParaRPr lang="en-US" altLang="zh-CN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1" name="ValueShape3"/>
            <p:cNvSpPr/>
            <p:nvPr/>
          </p:nvSpPr>
          <p:spPr bwMode="auto">
            <a:xfrm>
              <a:off x="3231229" y="1036674"/>
              <a:ext cx="844762" cy="844762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bg1"/>
              </a:solidFill>
              <a:round/>
            </a:ln>
          </p:spPr>
          <p:txBody>
            <a:bodyPr vert="horz" wrap="none" lIns="0" tIns="0" rIns="0" bIns="0" anchor="ctr" anchorCtr="0" compatLnSpc="1">
              <a:normAutofit fontScale="92500" lnSpcReduction="20000"/>
            </a:bodyPr>
            <a:lstStyle/>
            <a:p>
              <a:pPr algn="ctr"/>
              <a:endParaRPr lang="en-US" altLang="zh-CN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2" name="ValueShape4"/>
            <p:cNvSpPr/>
            <p:nvPr/>
          </p:nvSpPr>
          <p:spPr bwMode="auto">
            <a:xfrm>
              <a:off x="2878567" y="3707431"/>
              <a:ext cx="913256" cy="913256"/>
            </a:xfrm>
            <a:prstGeom prst="ellipse">
              <a:avLst/>
            </a:prstGeom>
            <a:solidFill>
              <a:schemeClr val="accent4"/>
            </a:solidFill>
            <a:ln w="28575">
              <a:solidFill>
                <a:schemeClr val="bg1"/>
              </a:solidFill>
              <a:round/>
            </a:ln>
          </p:spPr>
          <p:txBody>
            <a:bodyPr vert="horz" wrap="none" lIns="0" tIns="0" rIns="0" bIns="0" anchor="ctr" anchorCtr="0" compatLnSpc="1">
              <a:normAutofit fontScale="77500" lnSpcReduction="20000"/>
            </a:bodyPr>
            <a:lstStyle/>
            <a:p>
              <a:pPr algn="ctr"/>
              <a:endParaRPr lang="en-US" altLang="zh-CN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3" name="ValueShape5"/>
            <p:cNvSpPr/>
            <p:nvPr/>
          </p:nvSpPr>
          <p:spPr bwMode="auto">
            <a:xfrm>
              <a:off x="5986736" y="1002926"/>
              <a:ext cx="662111" cy="662111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/>
              </a:solidFill>
              <a:round/>
            </a:ln>
          </p:spPr>
          <p:txBody>
            <a:bodyPr vert="horz" wrap="none" lIns="0" tIns="0" rIns="0" bIns="0" anchor="ctr" anchorCtr="0" compatLnSpc="1">
              <a:normAutofit fontScale="85000" lnSpcReduction="20000"/>
            </a:bodyPr>
            <a:lstStyle/>
            <a:p>
              <a:pPr algn="ctr"/>
              <a:endParaRPr lang="en-US" altLang="zh-CN" sz="16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6" name="标题 65"/>
          <p:cNvSpPr>
            <a:spLocks noGrp="1"/>
          </p:cNvSpPr>
          <p:nvPr>
            <p:ph type="title" hasCustomPrompt="1"/>
          </p:nvPr>
        </p:nvSpPr>
        <p:spPr>
          <a:xfrm>
            <a:off x="3227173" y="1851670"/>
            <a:ext cx="4729022" cy="9937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09" y="183455"/>
            <a:ext cx="808476" cy="808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87" y="0"/>
            <a:ext cx="9135879" cy="5143500"/>
          </a:xfrm>
          <a:prstGeom prst="rect">
            <a:avLst/>
          </a:prstGeom>
        </p:spPr>
      </p:pic>
      <p:sp>
        <p:nvSpPr>
          <p:cNvPr id="2" name="Freeform 514"/>
          <p:cNvSpPr>
            <a:spLocks noEditPoints="1"/>
          </p:cNvSpPr>
          <p:nvPr userDrawn="1"/>
        </p:nvSpPr>
        <p:spPr bwMode="auto">
          <a:xfrm>
            <a:off x="342872" y="429574"/>
            <a:ext cx="268688" cy="269968"/>
          </a:xfrm>
          <a:custGeom>
            <a:avLst/>
            <a:gdLst>
              <a:gd name="T0" fmla="*/ 144 w 288"/>
              <a:gd name="T1" fmla="*/ 0 h 289"/>
              <a:gd name="T2" fmla="*/ 0 w 288"/>
              <a:gd name="T3" fmla="*/ 145 h 289"/>
              <a:gd name="T4" fmla="*/ 144 w 288"/>
              <a:gd name="T5" fmla="*/ 289 h 289"/>
              <a:gd name="T6" fmla="*/ 288 w 288"/>
              <a:gd name="T7" fmla="*/ 145 h 289"/>
              <a:gd name="T8" fmla="*/ 144 w 288"/>
              <a:gd name="T9" fmla="*/ 0 h 289"/>
              <a:gd name="T10" fmla="*/ 208 w 288"/>
              <a:gd name="T11" fmla="*/ 148 h 289"/>
              <a:gd name="T12" fmla="*/ 117 w 288"/>
              <a:gd name="T13" fmla="*/ 239 h 289"/>
              <a:gd name="T14" fmla="*/ 114 w 288"/>
              <a:gd name="T15" fmla="*/ 240 h 289"/>
              <a:gd name="T16" fmla="*/ 111 w 288"/>
              <a:gd name="T17" fmla="*/ 239 h 289"/>
              <a:gd name="T18" fmla="*/ 111 w 288"/>
              <a:gd name="T19" fmla="*/ 239 h 289"/>
              <a:gd name="T20" fmla="*/ 110 w 288"/>
              <a:gd name="T21" fmla="*/ 236 h 289"/>
              <a:gd name="T22" fmla="*/ 110 w 288"/>
              <a:gd name="T23" fmla="*/ 192 h 289"/>
              <a:gd name="T24" fmla="*/ 111 w 288"/>
              <a:gd name="T25" fmla="*/ 189 h 289"/>
              <a:gd name="T26" fmla="*/ 155 w 288"/>
              <a:gd name="T27" fmla="*/ 145 h 289"/>
              <a:gd name="T28" fmla="*/ 111 w 288"/>
              <a:gd name="T29" fmla="*/ 101 h 289"/>
              <a:gd name="T30" fmla="*/ 110 w 288"/>
              <a:gd name="T31" fmla="*/ 98 h 289"/>
              <a:gd name="T32" fmla="*/ 110 w 288"/>
              <a:gd name="T33" fmla="*/ 54 h 289"/>
              <a:gd name="T34" fmla="*/ 111 w 288"/>
              <a:gd name="T35" fmla="*/ 51 h 289"/>
              <a:gd name="T36" fmla="*/ 111 w 288"/>
              <a:gd name="T37" fmla="*/ 51 h 289"/>
              <a:gd name="T38" fmla="*/ 117 w 288"/>
              <a:gd name="T39" fmla="*/ 51 h 289"/>
              <a:gd name="T40" fmla="*/ 208 w 288"/>
              <a:gd name="T41" fmla="*/ 142 h 289"/>
              <a:gd name="T42" fmla="*/ 209 w 288"/>
              <a:gd name="T43" fmla="*/ 145 h 289"/>
              <a:gd name="T44" fmla="*/ 208 w 288"/>
              <a:gd name="T45" fmla="*/ 14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8" h="289">
                <a:moveTo>
                  <a:pt x="144" y="0"/>
                </a:moveTo>
                <a:cubicBezTo>
                  <a:pt x="64" y="0"/>
                  <a:pt x="0" y="65"/>
                  <a:pt x="0" y="145"/>
                </a:cubicBezTo>
                <a:cubicBezTo>
                  <a:pt x="0" y="224"/>
                  <a:pt x="64" y="289"/>
                  <a:pt x="144" y="289"/>
                </a:cubicBezTo>
                <a:cubicBezTo>
                  <a:pt x="224" y="289"/>
                  <a:pt x="288" y="224"/>
                  <a:pt x="288" y="145"/>
                </a:cubicBezTo>
                <a:cubicBezTo>
                  <a:pt x="288" y="65"/>
                  <a:pt x="224" y="0"/>
                  <a:pt x="144" y="0"/>
                </a:cubicBezTo>
                <a:close/>
                <a:moveTo>
                  <a:pt x="208" y="148"/>
                </a:moveTo>
                <a:cubicBezTo>
                  <a:pt x="117" y="239"/>
                  <a:pt x="117" y="239"/>
                  <a:pt x="117" y="239"/>
                </a:cubicBezTo>
                <a:cubicBezTo>
                  <a:pt x="116" y="240"/>
                  <a:pt x="115" y="240"/>
                  <a:pt x="114" y="240"/>
                </a:cubicBezTo>
                <a:cubicBezTo>
                  <a:pt x="113" y="240"/>
                  <a:pt x="112" y="240"/>
                  <a:pt x="111" y="239"/>
                </a:cubicBezTo>
                <a:cubicBezTo>
                  <a:pt x="111" y="239"/>
                  <a:pt x="111" y="239"/>
                  <a:pt x="111" y="239"/>
                </a:cubicBezTo>
                <a:cubicBezTo>
                  <a:pt x="110" y="238"/>
                  <a:pt x="110" y="237"/>
                  <a:pt x="110" y="236"/>
                </a:cubicBezTo>
                <a:cubicBezTo>
                  <a:pt x="110" y="192"/>
                  <a:pt x="110" y="192"/>
                  <a:pt x="110" y="192"/>
                </a:cubicBezTo>
                <a:cubicBezTo>
                  <a:pt x="110" y="191"/>
                  <a:pt x="110" y="190"/>
                  <a:pt x="111" y="189"/>
                </a:cubicBezTo>
                <a:cubicBezTo>
                  <a:pt x="155" y="145"/>
                  <a:pt x="155" y="145"/>
                  <a:pt x="155" y="145"/>
                </a:cubicBezTo>
                <a:cubicBezTo>
                  <a:pt x="111" y="101"/>
                  <a:pt x="111" y="101"/>
                  <a:pt x="111" y="101"/>
                </a:cubicBezTo>
                <a:cubicBezTo>
                  <a:pt x="110" y="100"/>
                  <a:pt x="110" y="99"/>
                  <a:pt x="110" y="98"/>
                </a:cubicBezTo>
                <a:cubicBezTo>
                  <a:pt x="110" y="54"/>
                  <a:pt x="110" y="54"/>
                  <a:pt x="110" y="54"/>
                </a:cubicBezTo>
                <a:cubicBezTo>
                  <a:pt x="110" y="53"/>
                  <a:pt x="110" y="52"/>
                  <a:pt x="111" y="51"/>
                </a:cubicBezTo>
                <a:cubicBezTo>
                  <a:pt x="111" y="51"/>
                  <a:pt x="111" y="51"/>
                  <a:pt x="111" y="51"/>
                </a:cubicBezTo>
                <a:cubicBezTo>
                  <a:pt x="113" y="49"/>
                  <a:pt x="115" y="49"/>
                  <a:pt x="117" y="51"/>
                </a:cubicBezTo>
                <a:cubicBezTo>
                  <a:pt x="208" y="142"/>
                  <a:pt x="208" y="142"/>
                  <a:pt x="208" y="142"/>
                </a:cubicBezTo>
                <a:cubicBezTo>
                  <a:pt x="209" y="143"/>
                  <a:pt x="209" y="144"/>
                  <a:pt x="209" y="145"/>
                </a:cubicBezTo>
                <a:cubicBezTo>
                  <a:pt x="209" y="146"/>
                  <a:pt x="209" y="147"/>
                  <a:pt x="208" y="148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vert="horz" wrap="square" lIns="68564" tIns="34282" rIns="68564" bIns="34282" numCol="1" anchor="t" anchorCtr="0" compatLnSpc="1"/>
          <a:lstStyle/>
          <a:p>
            <a:endParaRPr lang="zh-CN" altLang="en-US" sz="1350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11560" y="699542"/>
            <a:ext cx="8172332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87" y="0"/>
            <a:ext cx="9135879" cy="51435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491630"/>
            <a:ext cx="9144000" cy="26575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12e39570-2ca2-4385-93f6-edd7bf09cd77"/>
          <p:cNvGrpSpPr>
            <a:grpSpLocks noChangeAspect="1"/>
          </p:cNvGrpSpPr>
          <p:nvPr userDrawn="1"/>
        </p:nvGrpSpPr>
        <p:grpSpPr>
          <a:xfrm>
            <a:off x="6253834" y="1923678"/>
            <a:ext cx="2278606" cy="849411"/>
            <a:chOff x="1771650" y="1393032"/>
            <a:chExt cx="8515350" cy="3143249"/>
          </a:xfrm>
        </p:grpSpPr>
        <p:grpSp>
          <p:nvGrpSpPr>
            <p:cNvPr id="14" name="Group 85"/>
            <p:cNvGrpSpPr/>
            <p:nvPr/>
          </p:nvGrpSpPr>
          <p:grpSpPr bwMode="auto">
            <a:xfrm>
              <a:off x="3199607" y="1393032"/>
              <a:ext cx="5595141" cy="3143249"/>
              <a:chOff x="0" y="0"/>
              <a:chExt cx="7048" cy="3960"/>
            </a:xfrm>
          </p:grpSpPr>
          <p:sp>
            <p:nvSpPr>
              <p:cNvPr id="20" name="Freeform: Shape 86"/>
              <p:cNvSpPr/>
              <p:nvPr/>
            </p:nvSpPr>
            <p:spPr bwMode="auto">
              <a:xfrm>
                <a:off x="2619" y="2647"/>
                <a:ext cx="907" cy="863"/>
              </a:xfrm>
              <a:custGeom>
                <a:avLst/>
                <a:gdLst/>
                <a:ahLst/>
                <a:cxnLst/>
                <a:rect l="0" t="0" r="r" b="b"/>
                <a:pathLst>
                  <a:path w="20897" h="21600">
                    <a:moveTo>
                      <a:pt x="134" y="12228"/>
                    </a:moveTo>
                    <a:cubicBezTo>
                      <a:pt x="-591" y="8124"/>
                      <a:pt x="1868" y="7177"/>
                      <a:pt x="1868" y="7177"/>
                    </a:cubicBezTo>
                    <a:cubicBezTo>
                      <a:pt x="1868" y="7177"/>
                      <a:pt x="2735" y="0"/>
                      <a:pt x="10369" y="0"/>
                    </a:cubicBezTo>
                    <a:cubicBezTo>
                      <a:pt x="18002" y="0"/>
                      <a:pt x="18580" y="7111"/>
                      <a:pt x="18580" y="7111"/>
                    </a:cubicBezTo>
                    <a:cubicBezTo>
                      <a:pt x="18580" y="7111"/>
                      <a:pt x="21009" y="8042"/>
                      <a:pt x="20894" y="11431"/>
                    </a:cubicBezTo>
                    <a:cubicBezTo>
                      <a:pt x="20894" y="16881"/>
                      <a:pt x="17712" y="17679"/>
                      <a:pt x="17712" y="17679"/>
                    </a:cubicBezTo>
                    <a:cubicBezTo>
                      <a:pt x="15920" y="17679"/>
                      <a:pt x="15804" y="16017"/>
                      <a:pt x="15804" y="16017"/>
                    </a:cubicBezTo>
                    <a:cubicBezTo>
                      <a:pt x="15804" y="16017"/>
                      <a:pt x="15804" y="10900"/>
                      <a:pt x="15804" y="9238"/>
                    </a:cubicBezTo>
                    <a:cubicBezTo>
                      <a:pt x="15804" y="7576"/>
                      <a:pt x="17582" y="7332"/>
                      <a:pt x="17582" y="7332"/>
                    </a:cubicBezTo>
                    <a:cubicBezTo>
                      <a:pt x="17582" y="5805"/>
                      <a:pt x="14590" y="822"/>
                      <a:pt x="10369" y="822"/>
                    </a:cubicBezTo>
                    <a:cubicBezTo>
                      <a:pt x="6147" y="822"/>
                      <a:pt x="3319" y="5716"/>
                      <a:pt x="3260" y="7376"/>
                    </a:cubicBezTo>
                    <a:cubicBezTo>
                      <a:pt x="4778" y="7069"/>
                      <a:pt x="4991" y="8641"/>
                      <a:pt x="4991" y="8641"/>
                    </a:cubicBezTo>
                    <a:cubicBezTo>
                      <a:pt x="4991" y="8641"/>
                      <a:pt x="4991" y="12095"/>
                      <a:pt x="4991" y="14090"/>
                    </a:cubicBezTo>
                    <a:cubicBezTo>
                      <a:pt x="4991" y="16084"/>
                      <a:pt x="4644" y="16682"/>
                      <a:pt x="3835" y="16814"/>
                    </a:cubicBezTo>
                    <a:cubicBezTo>
                      <a:pt x="4110" y="18259"/>
                      <a:pt x="6227" y="19045"/>
                      <a:pt x="6227" y="19045"/>
                    </a:cubicBezTo>
                    <a:lnTo>
                      <a:pt x="7039" y="19260"/>
                    </a:lnTo>
                    <a:cubicBezTo>
                      <a:pt x="7240" y="18538"/>
                      <a:pt x="7823" y="18011"/>
                      <a:pt x="8518" y="18011"/>
                    </a:cubicBezTo>
                    <a:cubicBezTo>
                      <a:pt x="9381" y="18011"/>
                      <a:pt x="10080" y="18814"/>
                      <a:pt x="10080" y="19805"/>
                    </a:cubicBezTo>
                    <a:cubicBezTo>
                      <a:pt x="10080" y="20797"/>
                      <a:pt x="9381" y="21600"/>
                      <a:pt x="8518" y="21600"/>
                    </a:cubicBezTo>
                    <a:cubicBezTo>
                      <a:pt x="7882" y="21600"/>
                      <a:pt x="6991" y="21120"/>
                      <a:pt x="7040" y="19962"/>
                    </a:cubicBezTo>
                    <a:lnTo>
                      <a:pt x="7008" y="19867"/>
                    </a:lnTo>
                    <a:cubicBezTo>
                      <a:pt x="5233" y="19736"/>
                      <a:pt x="3559" y="18094"/>
                      <a:pt x="3120" y="17014"/>
                    </a:cubicBezTo>
                    <a:cubicBezTo>
                      <a:pt x="3120" y="17014"/>
                      <a:pt x="1030" y="17301"/>
                      <a:pt x="134" y="12228"/>
                    </a:cubicBezTo>
                    <a:close/>
                    <a:moveTo>
                      <a:pt x="134" y="12228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1" name="Group 87"/>
              <p:cNvGrpSpPr/>
              <p:nvPr/>
            </p:nvGrpSpPr>
            <p:grpSpPr bwMode="auto">
              <a:xfrm>
                <a:off x="0" y="0"/>
                <a:ext cx="7048" cy="3960"/>
                <a:chOff x="0" y="0"/>
                <a:chExt cx="7048" cy="3960"/>
              </a:xfrm>
            </p:grpSpPr>
            <p:sp>
              <p:nvSpPr>
                <p:cNvPr id="26" name="Freeform: Shape 92"/>
                <p:cNvSpPr/>
                <p:nvPr/>
              </p:nvSpPr>
              <p:spPr bwMode="auto">
                <a:xfrm>
                  <a:off x="0" y="0"/>
                  <a:ext cx="7048" cy="39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434" y="10484"/>
                      </a:moveTo>
                      <a:cubicBezTo>
                        <a:pt x="1893" y="10484"/>
                        <a:pt x="639" y="12721"/>
                        <a:pt x="639" y="15471"/>
                      </a:cubicBezTo>
                      <a:cubicBezTo>
                        <a:pt x="639" y="18223"/>
                        <a:pt x="1893" y="20461"/>
                        <a:pt x="3434" y="20461"/>
                      </a:cubicBezTo>
                      <a:lnTo>
                        <a:pt x="17456" y="20461"/>
                      </a:lnTo>
                      <a:cubicBezTo>
                        <a:pt x="19389" y="20461"/>
                        <a:pt x="20962" y="17656"/>
                        <a:pt x="20962" y="14207"/>
                      </a:cubicBezTo>
                      <a:cubicBezTo>
                        <a:pt x="20962" y="10762"/>
                        <a:pt x="19389" y="7960"/>
                        <a:pt x="17456" y="7960"/>
                      </a:cubicBezTo>
                      <a:cubicBezTo>
                        <a:pt x="17314" y="7960"/>
                        <a:pt x="17162" y="7980"/>
                        <a:pt x="16978" y="8025"/>
                      </a:cubicBezTo>
                      <a:cubicBezTo>
                        <a:pt x="16886" y="8047"/>
                        <a:pt x="16794" y="7997"/>
                        <a:pt x="16725" y="7889"/>
                      </a:cubicBezTo>
                      <a:cubicBezTo>
                        <a:pt x="16655" y="7781"/>
                        <a:pt x="16616" y="7625"/>
                        <a:pt x="16616" y="7461"/>
                      </a:cubicBezTo>
                      <a:cubicBezTo>
                        <a:pt x="16616" y="7423"/>
                        <a:pt x="16617" y="7392"/>
                        <a:pt x="16618" y="7372"/>
                      </a:cubicBezTo>
                      <a:cubicBezTo>
                        <a:pt x="16613" y="3933"/>
                        <a:pt x="15042" y="1139"/>
                        <a:pt x="13113" y="1139"/>
                      </a:cubicBezTo>
                      <a:cubicBezTo>
                        <a:pt x="11481" y="1139"/>
                        <a:pt x="10042" y="3203"/>
                        <a:pt x="9691" y="6047"/>
                      </a:cubicBezTo>
                      <a:cubicBezTo>
                        <a:pt x="9667" y="6237"/>
                        <a:pt x="9591" y="6393"/>
                        <a:pt x="9489" y="6460"/>
                      </a:cubicBezTo>
                      <a:cubicBezTo>
                        <a:pt x="9386" y="6526"/>
                        <a:pt x="9272" y="6495"/>
                        <a:pt x="9185" y="6377"/>
                      </a:cubicBezTo>
                      <a:cubicBezTo>
                        <a:pt x="8694" y="5708"/>
                        <a:pt x="8110" y="5355"/>
                        <a:pt x="7496" y="5355"/>
                      </a:cubicBezTo>
                      <a:cubicBezTo>
                        <a:pt x="5975" y="5355"/>
                        <a:pt x="4748" y="7481"/>
                        <a:pt x="4703" y="10197"/>
                      </a:cubicBezTo>
                      <a:cubicBezTo>
                        <a:pt x="4700" y="10375"/>
                        <a:pt x="4650" y="10541"/>
                        <a:pt x="4568" y="10645"/>
                      </a:cubicBezTo>
                      <a:cubicBezTo>
                        <a:pt x="4486" y="10748"/>
                        <a:pt x="4382" y="10776"/>
                        <a:pt x="4286" y="10722"/>
                      </a:cubicBezTo>
                      <a:cubicBezTo>
                        <a:pt x="4010" y="10564"/>
                        <a:pt x="3723" y="10484"/>
                        <a:pt x="3434" y="10484"/>
                      </a:cubicBezTo>
                      <a:close/>
                      <a:moveTo>
                        <a:pt x="17456" y="21600"/>
                      </a:moveTo>
                      <a:lnTo>
                        <a:pt x="3434" y="21600"/>
                      </a:lnTo>
                      <a:cubicBezTo>
                        <a:pt x="1540" y="21600"/>
                        <a:pt x="0" y="18851"/>
                        <a:pt x="0" y="15471"/>
                      </a:cubicBezTo>
                      <a:cubicBezTo>
                        <a:pt x="0" y="12093"/>
                        <a:pt x="1540" y="9345"/>
                        <a:pt x="3434" y="9345"/>
                      </a:cubicBezTo>
                      <a:cubicBezTo>
                        <a:pt x="3658" y="9345"/>
                        <a:pt x="3880" y="9384"/>
                        <a:pt x="4099" y="9461"/>
                      </a:cubicBezTo>
                      <a:cubicBezTo>
                        <a:pt x="4206" y="8130"/>
                        <a:pt x="4555" y="6903"/>
                        <a:pt x="5102" y="5952"/>
                      </a:cubicBezTo>
                      <a:cubicBezTo>
                        <a:pt x="5745" y="4832"/>
                        <a:pt x="6596" y="4216"/>
                        <a:pt x="7496" y="4216"/>
                      </a:cubicBezTo>
                      <a:cubicBezTo>
                        <a:pt x="8097" y="4216"/>
                        <a:pt x="8675" y="4491"/>
                        <a:pt x="9190" y="5018"/>
                      </a:cubicBezTo>
                      <a:cubicBezTo>
                        <a:pt x="9440" y="3711"/>
                        <a:pt x="9894" y="2538"/>
                        <a:pt x="10499" y="1658"/>
                      </a:cubicBezTo>
                      <a:cubicBezTo>
                        <a:pt x="11235" y="589"/>
                        <a:pt x="12163" y="0"/>
                        <a:pt x="13113" y="0"/>
                      </a:cubicBezTo>
                      <a:cubicBezTo>
                        <a:pt x="15293" y="0"/>
                        <a:pt x="17085" y="3017"/>
                        <a:pt x="17245" y="6833"/>
                      </a:cubicBezTo>
                      <a:cubicBezTo>
                        <a:pt x="17318" y="6825"/>
                        <a:pt x="17388" y="6821"/>
                        <a:pt x="17456" y="6821"/>
                      </a:cubicBezTo>
                      <a:cubicBezTo>
                        <a:pt x="19741" y="6821"/>
                        <a:pt x="21600" y="10135"/>
                        <a:pt x="21600" y="14207"/>
                      </a:cubicBezTo>
                      <a:cubicBezTo>
                        <a:pt x="21600" y="18284"/>
                        <a:pt x="19741" y="21600"/>
                        <a:pt x="17456" y="21600"/>
                      </a:cubicBezTo>
                      <a:close/>
                      <a:moveTo>
                        <a:pt x="17456" y="21600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27" name="Group 93"/>
                <p:cNvGrpSpPr/>
                <p:nvPr/>
              </p:nvGrpSpPr>
              <p:grpSpPr bwMode="auto">
                <a:xfrm>
                  <a:off x="2672" y="1617"/>
                  <a:ext cx="1203" cy="889"/>
                  <a:chOff x="0" y="0"/>
                  <a:chExt cx="1203" cy="889"/>
                </a:xfrm>
              </p:grpSpPr>
              <p:sp>
                <p:nvSpPr>
                  <p:cNvPr id="51" name="Freeform: Shape 117"/>
                  <p:cNvSpPr/>
                  <p:nvPr/>
                </p:nvSpPr>
                <p:spPr bwMode="auto">
                  <a:xfrm>
                    <a:off x="669" y="0"/>
                    <a:ext cx="534" cy="53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220" h="21401">
                        <a:moveTo>
                          <a:pt x="7221" y="9354"/>
                        </a:moveTo>
                        <a:cubicBezTo>
                          <a:pt x="7968" y="7474"/>
                          <a:pt x="10089" y="6557"/>
                          <a:pt x="11961" y="7310"/>
                        </a:cubicBezTo>
                        <a:cubicBezTo>
                          <a:pt x="13830" y="8062"/>
                          <a:pt x="14740" y="10198"/>
                          <a:pt x="13992" y="12078"/>
                        </a:cubicBezTo>
                        <a:cubicBezTo>
                          <a:pt x="13245" y="13959"/>
                          <a:pt x="11121" y="14873"/>
                          <a:pt x="9253" y="14122"/>
                        </a:cubicBezTo>
                        <a:cubicBezTo>
                          <a:pt x="7381" y="13369"/>
                          <a:pt x="6474" y="11235"/>
                          <a:pt x="7221" y="9354"/>
                        </a:cubicBezTo>
                        <a:close/>
                        <a:moveTo>
                          <a:pt x="16" y="7854"/>
                        </a:moveTo>
                        <a:cubicBezTo>
                          <a:pt x="16" y="7854"/>
                          <a:pt x="-143" y="8219"/>
                          <a:pt x="536" y="8520"/>
                        </a:cubicBezTo>
                        <a:lnTo>
                          <a:pt x="2237" y="9499"/>
                        </a:lnTo>
                        <a:cubicBezTo>
                          <a:pt x="2237" y="9499"/>
                          <a:pt x="2742" y="9769"/>
                          <a:pt x="2792" y="10552"/>
                        </a:cubicBezTo>
                        <a:cubicBezTo>
                          <a:pt x="2792" y="10552"/>
                          <a:pt x="2978" y="11523"/>
                          <a:pt x="2611" y="11806"/>
                        </a:cubicBezTo>
                        <a:lnTo>
                          <a:pt x="354" y="13334"/>
                        </a:lnTo>
                        <a:cubicBezTo>
                          <a:pt x="354" y="13334"/>
                          <a:pt x="-85" y="13533"/>
                          <a:pt x="74" y="14105"/>
                        </a:cubicBezTo>
                        <a:lnTo>
                          <a:pt x="1005" y="16181"/>
                        </a:lnTo>
                        <a:cubicBezTo>
                          <a:pt x="1005" y="16181"/>
                          <a:pt x="1382" y="16641"/>
                          <a:pt x="1834" y="16407"/>
                        </a:cubicBezTo>
                        <a:lnTo>
                          <a:pt x="3675" y="15863"/>
                        </a:lnTo>
                        <a:cubicBezTo>
                          <a:pt x="3675" y="15863"/>
                          <a:pt x="4409" y="15556"/>
                          <a:pt x="5074" y="16293"/>
                        </a:cubicBezTo>
                        <a:cubicBezTo>
                          <a:pt x="5074" y="16293"/>
                          <a:pt x="5844" y="16936"/>
                          <a:pt x="5712" y="17566"/>
                        </a:cubicBezTo>
                        <a:lnTo>
                          <a:pt x="5149" y="19856"/>
                        </a:lnTo>
                        <a:cubicBezTo>
                          <a:pt x="5149" y="19856"/>
                          <a:pt x="4941" y="20377"/>
                          <a:pt x="5617" y="20622"/>
                        </a:cubicBezTo>
                        <a:lnTo>
                          <a:pt x="7511" y="21384"/>
                        </a:lnTo>
                        <a:cubicBezTo>
                          <a:pt x="7511" y="21384"/>
                          <a:pt x="8125" y="21510"/>
                          <a:pt x="8344" y="21062"/>
                        </a:cubicBezTo>
                        <a:lnTo>
                          <a:pt x="9366" y="19197"/>
                        </a:lnTo>
                        <a:cubicBezTo>
                          <a:pt x="9366" y="19197"/>
                          <a:pt x="9567" y="18620"/>
                          <a:pt x="10384" y="18575"/>
                        </a:cubicBezTo>
                        <a:cubicBezTo>
                          <a:pt x="10384" y="18575"/>
                          <a:pt x="11476" y="18305"/>
                          <a:pt x="11914" y="19016"/>
                        </a:cubicBezTo>
                        <a:lnTo>
                          <a:pt x="13125" y="20990"/>
                        </a:lnTo>
                        <a:cubicBezTo>
                          <a:pt x="13125" y="20990"/>
                          <a:pt x="13308" y="21467"/>
                          <a:pt x="14059" y="21286"/>
                        </a:cubicBezTo>
                        <a:lnTo>
                          <a:pt x="15843" y="20516"/>
                        </a:lnTo>
                        <a:cubicBezTo>
                          <a:pt x="15843" y="20516"/>
                          <a:pt x="16456" y="20214"/>
                          <a:pt x="16207" y="19565"/>
                        </a:cubicBezTo>
                        <a:lnTo>
                          <a:pt x="15652" y="17480"/>
                        </a:lnTo>
                        <a:cubicBezTo>
                          <a:pt x="15652" y="17480"/>
                          <a:pt x="15453" y="16944"/>
                          <a:pt x="16136" y="16294"/>
                        </a:cubicBezTo>
                        <a:cubicBezTo>
                          <a:pt x="16136" y="16294"/>
                          <a:pt x="16781" y="15443"/>
                          <a:pt x="17509" y="15655"/>
                        </a:cubicBezTo>
                        <a:lnTo>
                          <a:pt x="19586" y="16156"/>
                        </a:lnTo>
                        <a:cubicBezTo>
                          <a:pt x="19586" y="16156"/>
                          <a:pt x="20199" y="16389"/>
                          <a:pt x="20463" y="15759"/>
                        </a:cubicBezTo>
                        <a:lnTo>
                          <a:pt x="21152" y="13959"/>
                        </a:lnTo>
                        <a:cubicBezTo>
                          <a:pt x="21152" y="13959"/>
                          <a:pt x="21457" y="13293"/>
                          <a:pt x="20778" y="12926"/>
                        </a:cubicBezTo>
                        <a:lnTo>
                          <a:pt x="18801" y="11902"/>
                        </a:lnTo>
                        <a:cubicBezTo>
                          <a:pt x="18801" y="11902"/>
                          <a:pt x="18292" y="11376"/>
                          <a:pt x="18319" y="10704"/>
                        </a:cubicBezTo>
                        <a:cubicBezTo>
                          <a:pt x="18319" y="10704"/>
                          <a:pt x="18299" y="9652"/>
                          <a:pt x="18902" y="9372"/>
                        </a:cubicBezTo>
                        <a:lnTo>
                          <a:pt x="20739" y="8216"/>
                        </a:lnTo>
                        <a:cubicBezTo>
                          <a:pt x="20739" y="8216"/>
                          <a:pt x="21262" y="7864"/>
                          <a:pt x="21091" y="7372"/>
                        </a:cubicBezTo>
                        <a:lnTo>
                          <a:pt x="20125" y="5225"/>
                        </a:lnTo>
                        <a:cubicBezTo>
                          <a:pt x="20125" y="5225"/>
                          <a:pt x="19812" y="4871"/>
                          <a:pt x="19452" y="5025"/>
                        </a:cubicBezTo>
                        <a:lnTo>
                          <a:pt x="17026" y="5720"/>
                        </a:lnTo>
                        <a:cubicBezTo>
                          <a:pt x="17026" y="5720"/>
                          <a:pt x="16281" y="5653"/>
                          <a:pt x="15831" y="4976"/>
                        </a:cubicBezTo>
                        <a:cubicBezTo>
                          <a:pt x="15831" y="4976"/>
                          <a:pt x="15301" y="4334"/>
                          <a:pt x="15305" y="4055"/>
                        </a:cubicBezTo>
                        <a:cubicBezTo>
                          <a:pt x="15305" y="4055"/>
                          <a:pt x="15907" y="1671"/>
                          <a:pt x="15941" y="1551"/>
                        </a:cubicBezTo>
                        <a:cubicBezTo>
                          <a:pt x="15941" y="1551"/>
                          <a:pt x="16115" y="1046"/>
                          <a:pt x="15638" y="840"/>
                        </a:cubicBezTo>
                        <a:lnTo>
                          <a:pt x="13623" y="16"/>
                        </a:lnTo>
                        <a:cubicBezTo>
                          <a:pt x="13623" y="16"/>
                          <a:pt x="13158" y="-90"/>
                          <a:pt x="12976" y="238"/>
                        </a:cubicBezTo>
                        <a:lnTo>
                          <a:pt x="11589" y="2654"/>
                        </a:lnTo>
                        <a:cubicBezTo>
                          <a:pt x="11589" y="2654"/>
                          <a:pt x="11020" y="3013"/>
                          <a:pt x="10436" y="2940"/>
                        </a:cubicBezTo>
                        <a:cubicBezTo>
                          <a:pt x="10436" y="2940"/>
                          <a:pt x="9432" y="2790"/>
                          <a:pt x="9204" y="2457"/>
                        </a:cubicBezTo>
                        <a:lnTo>
                          <a:pt x="8028" y="524"/>
                        </a:lnTo>
                        <a:cubicBezTo>
                          <a:pt x="8028" y="524"/>
                          <a:pt x="7739" y="-87"/>
                          <a:pt x="7174" y="128"/>
                        </a:cubicBezTo>
                        <a:lnTo>
                          <a:pt x="5170" y="983"/>
                        </a:lnTo>
                        <a:cubicBezTo>
                          <a:pt x="5170" y="983"/>
                          <a:pt x="4766" y="1167"/>
                          <a:pt x="4889" y="1660"/>
                        </a:cubicBezTo>
                        <a:lnTo>
                          <a:pt x="5543" y="4064"/>
                        </a:lnTo>
                        <a:cubicBezTo>
                          <a:pt x="5543" y="4064"/>
                          <a:pt x="5806" y="4774"/>
                          <a:pt x="4817" y="5487"/>
                        </a:cubicBezTo>
                        <a:cubicBezTo>
                          <a:pt x="4817" y="5487"/>
                          <a:pt x="4223" y="6146"/>
                          <a:pt x="3267" y="5868"/>
                        </a:cubicBezTo>
                        <a:cubicBezTo>
                          <a:pt x="2314" y="5591"/>
                          <a:pt x="1443" y="5401"/>
                          <a:pt x="1443" y="5401"/>
                        </a:cubicBezTo>
                        <a:cubicBezTo>
                          <a:pt x="1443" y="5401"/>
                          <a:pt x="941" y="5227"/>
                          <a:pt x="722" y="5741"/>
                        </a:cubicBezTo>
                        <a:cubicBezTo>
                          <a:pt x="504" y="6256"/>
                          <a:pt x="16" y="7854"/>
                          <a:pt x="16" y="7854"/>
                        </a:cubicBezTo>
                        <a:close/>
                        <a:moveTo>
                          <a:pt x="16" y="7854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2" name="Freeform: Shape 118"/>
                  <p:cNvSpPr/>
                  <p:nvPr/>
                </p:nvSpPr>
                <p:spPr bwMode="auto">
                  <a:xfrm>
                    <a:off x="0" y="116"/>
                    <a:ext cx="773" cy="773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596" h="21562">
                        <a:moveTo>
                          <a:pt x="6714" y="10868"/>
                        </a:moveTo>
                        <a:cubicBezTo>
                          <a:pt x="6662" y="8613"/>
                          <a:pt x="8448" y="6742"/>
                          <a:pt x="10703" y="6691"/>
                        </a:cubicBezTo>
                        <a:cubicBezTo>
                          <a:pt x="12958" y="6638"/>
                          <a:pt x="14828" y="8426"/>
                          <a:pt x="14879" y="10682"/>
                        </a:cubicBezTo>
                        <a:cubicBezTo>
                          <a:pt x="14931" y="12938"/>
                          <a:pt x="13145" y="14808"/>
                          <a:pt x="10890" y="14860"/>
                        </a:cubicBezTo>
                        <a:cubicBezTo>
                          <a:pt x="8634" y="14912"/>
                          <a:pt x="6765" y="13124"/>
                          <a:pt x="6714" y="10868"/>
                        </a:cubicBezTo>
                        <a:close/>
                        <a:moveTo>
                          <a:pt x="170" y="12283"/>
                        </a:moveTo>
                        <a:cubicBezTo>
                          <a:pt x="170" y="12283"/>
                          <a:pt x="167" y="12671"/>
                          <a:pt x="893" y="12678"/>
                        </a:cubicBezTo>
                        <a:lnTo>
                          <a:pt x="2798" y="12901"/>
                        </a:lnTo>
                        <a:cubicBezTo>
                          <a:pt x="2798" y="12901"/>
                          <a:pt x="3356" y="12949"/>
                          <a:pt x="3698" y="13631"/>
                        </a:cubicBezTo>
                        <a:cubicBezTo>
                          <a:pt x="3698" y="13631"/>
                          <a:pt x="4237" y="14429"/>
                          <a:pt x="4016" y="14823"/>
                        </a:cubicBezTo>
                        <a:lnTo>
                          <a:pt x="2566" y="17058"/>
                        </a:lnTo>
                        <a:cubicBezTo>
                          <a:pt x="2566" y="17058"/>
                          <a:pt x="2247" y="17405"/>
                          <a:pt x="2608" y="17857"/>
                        </a:cubicBezTo>
                        <a:lnTo>
                          <a:pt x="4240" y="19357"/>
                        </a:lnTo>
                        <a:cubicBezTo>
                          <a:pt x="4240" y="19357"/>
                          <a:pt x="4755" y="19624"/>
                          <a:pt x="5073" y="19241"/>
                        </a:cubicBezTo>
                        <a:lnTo>
                          <a:pt x="6521" y="18046"/>
                        </a:lnTo>
                        <a:cubicBezTo>
                          <a:pt x="6521" y="18046"/>
                          <a:pt x="7066" y="17489"/>
                          <a:pt x="7946" y="17893"/>
                        </a:cubicBezTo>
                        <a:cubicBezTo>
                          <a:pt x="7946" y="17893"/>
                          <a:pt x="8884" y="18174"/>
                          <a:pt x="9007" y="18788"/>
                        </a:cubicBezTo>
                        <a:lnTo>
                          <a:pt x="9374" y="21057"/>
                        </a:lnTo>
                        <a:cubicBezTo>
                          <a:pt x="9374" y="21057"/>
                          <a:pt x="9386" y="21600"/>
                          <a:pt x="10087" y="21560"/>
                        </a:cubicBezTo>
                        <a:lnTo>
                          <a:pt x="12082" y="21515"/>
                        </a:lnTo>
                        <a:cubicBezTo>
                          <a:pt x="12082" y="21515"/>
                          <a:pt x="12686" y="21391"/>
                          <a:pt x="12710" y="20907"/>
                        </a:cubicBezTo>
                        <a:lnTo>
                          <a:pt x="12917" y="18845"/>
                        </a:lnTo>
                        <a:cubicBezTo>
                          <a:pt x="12917" y="18845"/>
                          <a:pt x="12880" y="18252"/>
                          <a:pt x="13598" y="17897"/>
                        </a:cubicBezTo>
                        <a:cubicBezTo>
                          <a:pt x="13598" y="17897"/>
                          <a:pt x="14478" y="17235"/>
                          <a:pt x="15142" y="17704"/>
                        </a:cubicBezTo>
                        <a:lnTo>
                          <a:pt x="16987" y="19005"/>
                        </a:lnTo>
                        <a:cubicBezTo>
                          <a:pt x="16987" y="19005"/>
                          <a:pt x="17334" y="19361"/>
                          <a:pt x="17941" y="18910"/>
                        </a:cubicBezTo>
                        <a:lnTo>
                          <a:pt x="19252" y="17537"/>
                        </a:lnTo>
                        <a:cubicBezTo>
                          <a:pt x="19252" y="17537"/>
                          <a:pt x="19689" y="17030"/>
                          <a:pt x="19218" y="16544"/>
                        </a:cubicBezTo>
                        <a:lnTo>
                          <a:pt x="17922" y="14892"/>
                        </a:lnTo>
                        <a:cubicBezTo>
                          <a:pt x="17922" y="14892"/>
                          <a:pt x="17537" y="14489"/>
                          <a:pt x="17905" y="13645"/>
                        </a:cubicBezTo>
                        <a:cubicBezTo>
                          <a:pt x="17905" y="13645"/>
                          <a:pt x="18161" y="12634"/>
                          <a:pt x="18897" y="12544"/>
                        </a:cubicBezTo>
                        <a:lnTo>
                          <a:pt x="20958" y="12194"/>
                        </a:lnTo>
                        <a:cubicBezTo>
                          <a:pt x="20958" y="12194"/>
                          <a:pt x="21599" y="12168"/>
                          <a:pt x="21596" y="11502"/>
                        </a:cubicBezTo>
                        <a:lnTo>
                          <a:pt x="21528" y="9627"/>
                        </a:lnTo>
                        <a:cubicBezTo>
                          <a:pt x="21528" y="9627"/>
                          <a:pt x="21548" y="8912"/>
                          <a:pt x="20796" y="8844"/>
                        </a:cubicBezTo>
                        <a:lnTo>
                          <a:pt x="18628" y="8688"/>
                        </a:lnTo>
                        <a:cubicBezTo>
                          <a:pt x="18628" y="8688"/>
                          <a:pt x="17967" y="8413"/>
                          <a:pt x="17736" y="7801"/>
                        </a:cubicBezTo>
                        <a:cubicBezTo>
                          <a:pt x="17736" y="7801"/>
                          <a:pt x="17316" y="6867"/>
                          <a:pt x="17752" y="6384"/>
                        </a:cubicBezTo>
                        <a:lnTo>
                          <a:pt x="18963" y="4643"/>
                        </a:lnTo>
                        <a:cubicBezTo>
                          <a:pt x="18963" y="4643"/>
                          <a:pt x="19301" y="4127"/>
                          <a:pt x="18958" y="3753"/>
                        </a:cubicBezTo>
                        <a:lnTo>
                          <a:pt x="17270" y="2201"/>
                        </a:lnTo>
                        <a:cubicBezTo>
                          <a:pt x="17270" y="2201"/>
                          <a:pt x="16852" y="2004"/>
                          <a:pt x="16588" y="2281"/>
                        </a:cubicBezTo>
                        <a:lnTo>
                          <a:pt x="14669" y="3835"/>
                        </a:lnTo>
                        <a:cubicBezTo>
                          <a:pt x="14669" y="3835"/>
                          <a:pt x="13972" y="4062"/>
                          <a:pt x="13308" y="3629"/>
                        </a:cubicBezTo>
                        <a:cubicBezTo>
                          <a:pt x="13308" y="3629"/>
                          <a:pt x="12586" y="3258"/>
                          <a:pt x="12483" y="3006"/>
                        </a:cubicBezTo>
                        <a:cubicBezTo>
                          <a:pt x="12483" y="3006"/>
                          <a:pt x="12115" y="641"/>
                          <a:pt x="12099" y="520"/>
                        </a:cubicBezTo>
                        <a:cubicBezTo>
                          <a:pt x="12099" y="520"/>
                          <a:pt x="12064" y="1"/>
                          <a:pt x="11555" y="0"/>
                        </a:cubicBezTo>
                        <a:lnTo>
                          <a:pt x="9427" y="38"/>
                        </a:lnTo>
                        <a:cubicBezTo>
                          <a:pt x="9427" y="38"/>
                          <a:pt x="8969" y="119"/>
                          <a:pt x="8928" y="484"/>
                        </a:cubicBezTo>
                        <a:lnTo>
                          <a:pt x="8602" y="3179"/>
                        </a:lnTo>
                        <a:cubicBezTo>
                          <a:pt x="8602" y="3179"/>
                          <a:pt x="8228" y="3721"/>
                          <a:pt x="7675" y="3878"/>
                        </a:cubicBezTo>
                        <a:cubicBezTo>
                          <a:pt x="7675" y="3878"/>
                          <a:pt x="6712" y="4130"/>
                          <a:pt x="6381" y="3920"/>
                        </a:cubicBezTo>
                        <a:lnTo>
                          <a:pt x="4585" y="2641"/>
                        </a:lnTo>
                        <a:cubicBezTo>
                          <a:pt x="4585" y="2641"/>
                          <a:pt x="4091" y="2204"/>
                          <a:pt x="3665" y="2614"/>
                        </a:cubicBezTo>
                        <a:lnTo>
                          <a:pt x="2187" y="4149"/>
                        </a:lnTo>
                        <a:cubicBezTo>
                          <a:pt x="2187" y="4149"/>
                          <a:pt x="1892" y="4471"/>
                          <a:pt x="2192" y="4864"/>
                        </a:cubicBezTo>
                        <a:lnTo>
                          <a:pt x="3699" y="6766"/>
                        </a:lnTo>
                        <a:cubicBezTo>
                          <a:pt x="3699" y="6766"/>
                          <a:pt x="4207" y="7300"/>
                          <a:pt x="3589" y="8318"/>
                        </a:cubicBezTo>
                        <a:cubicBezTo>
                          <a:pt x="3589" y="8318"/>
                          <a:pt x="3305" y="9136"/>
                          <a:pt x="2339" y="9254"/>
                        </a:cubicBezTo>
                        <a:cubicBezTo>
                          <a:pt x="1374" y="9374"/>
                          <a:pt x="519" y="9539"/>
                          <a:pt x="519" y="9539"/>
                        </a:cubicBezTo>
                        <a:cubicBezTo>
                          <a:pt x="519" y="9539"/>
                          <a:pt x="-1" y="9574"/>
                          <a:pt x="0" y="10120"/>
                        </a:cubicBezTo>
                        <a:cubicBezTo>
                          <a:pt x="0" y="10665"/>
                          <a:pt x="170" y="12283"/>
                          <a:pt x="170" y="12283"/>
                        </a:cubicBezTo>
                        <a:close/>
                        <a:moveTo>
                          <a:pt x="170" y="1228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28" name="Freeform: Shape 94"/>
                <p:cNvSpPr/>
                <p:nvPr/>
              </p:nvSpPr>
              <p:spPr bwMode="auto">
                <a:xfrm>
                  <a:off x="3257" y="1044"/>
                  <a:ext cx="533" cy="41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44" h="21334">
                      <a:moveTo>
                        <a:pt x="10347" y="11187"/>
                      </a:moveTo>
                      <a:cubicBezTo>
                        <a:pt x="10058" y="10978"/>
                        <a:pt x="9855" y="10582"/>
                        <a:pt x="9730" y="9980"/>
                      </a:cubicBezTo>
                      <a:cubicBezTo>
                        <a:pt x="10138" y="9957"/>
                        <a:pt x="10480" y="10038"/>
                        <a:pt x="10744" y="10229"/>
                      </a:cubicBezTo>
                      <a:cubicBezTo>
                        <a:pt x="11054" y="10453"/>
                        <a:pt x="11271" y="10832"/>
                        <a:pt x="11406" y="11375"/>
                      </a:cubicBezTo>
                      <a:cubicBezTo>
                        <a:pt x="10942" y="11432"/>
                        <a:pt x="10602" y="11371"/>
                        <a:pt x="10347" y="11187"/>
                      </a:cubicBezTo>
                      <a:close/>
                      <a:moveTo>
                        <a:pt x="21069" y="7196"/>
                      </a:moveTo>
                      <a:lnTo>
                        <a:pt x="20539" y="3842"/>
                      </a:lnTo>
                      <a:cubicBezTo>
                        <a:pt x="20323" y="2469"/>
                        <a:pt x="19656" y="1290"/>
                        <a:pt x="18711" y="607"/>
                      </a:cubicBezTo>
                      <a:cubicBezTo>
                        <a:pt x="17937" y="47"/>
                        <a:pt x="17032" y="-133"/>
                        <a:pt x="16164" y="97"/>
                      </a:cubicBezTo>
                      <a:lnTo>
                        <a:pt x="9646" y="1824"/>
                      </a:lnTo>
                      <a:cubicBezTo>
                        <a:pt x="8102" y="2233"/>
                        <a:pt x="6923" y="3870"/>
                        <a:pt x="6713" y="5895"/>
                      </a:cubicBezTo>
                      <a:lnTo>
                        <a:pt x="6642" y="6580"/>
                      </a:lnTo>
                      <a:lnTo>
                        <a:pt x="9385" y="5853"/>
                      </a:lnTo>
                      <a:lnTo>
                        <a:pt x="9472" y="5692"/>
                      </a:lnTo>
                      <a:cubicBezTo>
                        <a:pt x="9721" y="5234"/>
                        <a:pt x="10207" y="4921"/>
                        <a:pt x="11002" y="4712"/>
                      </a:cubicBezTo>
                      <a:lnTo>
                        <a:pt x="15791" y="3442"/>
                      </a:lnTo>
                      <a:cubicBezTo>
                        <a:pt x="16485" y="3258"/>
                        <a:pt x="17034" y="3306"/>
                        <a:pt x="17423" y="3587"/>
                      </a:cubicBezTo>
                      <a:cubicBezTo>
                        <a:pt x="17801" y="3860"/>
                        <a:pt x="18043" y="4359"/>
                        <a:pt x="18164" y="5109"/>
                      </a:cubicBezTo>
                      <a:lnTo>
                        <a:pt x="18496" y="7214"/>
                      </a:lnTo>
                      <a:cubicBezTo>
                        <a:pt x="18686" y="8813"/>
                        <a:pt x="18200" y="9615"/>
                        <a:pt x="16822" y="9980"/>
                      </a:cubicBezTo>
                      <a:lnTo>
                        <a:pt x="13904" y="10754"/>
                      </a:lnTo>
                      <a:lnTo>
                        <a:pt x="13861" y="10483"/>
                      </a:lnTo>
                      <a:cubicBezTo>
                        <a:pt x="13644" y="9110"/>
                        <a:pt x="12978" y="7932"/>
                        <a:pt x="12033" y="7249"/>
                      </a:cubicBezTo>
                      <a:cubicBezTo>
                        <a:pt x="11259" y="6689"/>
                        <a:pt x="10353" y="6507"/>
                        <a:pt x="9484" y="6737"/>
                      </a:cubicBezTo>
                      <a:lnTo>
                        <a:pt x="2967" y="8467"/>
                      </a:lnTo>
                      <a:cubicBezTo>
                        <a:pt x="1996" y="8724"/>
                        <a:pt x="1161" y="9456"/>
                        <a:pt x="615" y="10528"/>
                      </a:cubicBezTo>
                      <a:cubicBezTo>
                        <a:pt x="70" y="11598"/>
                        <a:pt x="-122" y="12881"/>
                        <a:pt x="77" y="14139"/>
                      </a:cubicBezTo>
                      <a:lnTo>
                        <a:pt x="606" y="17490"/>
                      </a:lnTo>
                      <a:cubicBezTo>
                        <a:pt x="824" y="18862"/>
                        <a:pt x="1490" y="20041"/>
                        <a:pt x="2434" y="20726"/>
                      </a:cubicBezTo>
                      <a:cubicBezTo>
                        <a:pt x="2435" y="20727"/>
                        <a:pt x="2435" y="20727"/>
                        <a:pt x="2435" y="20727"/>
                      </a:cubicBezTo>
                      <a:cubicBezTo>
                        <a:pt x="3209" y="21286"/>
                        <a:pt x="4114" y="21467"/>
                        <a:pt x="4983" y="21237"/>
                      </a:cubicBezTo>
                      <a:lnTo>
                        <a:pt x="11499" y="19509"/>
                      </a:lnTo>
                      <a:cubicBezTo>
                        <a:pt x="13072" y="19092"/>
                        <a:pt x="14254" y="17424"/>
                        <a:pt x="14440" y="15358"/>
                      </a:cubicBezTo>
                      <a:lnTo>
                        <a:pt x="14502" y="14684"/>
                      </a:lnTo>
                      <a:lnTo>
                        <a:pt x="11718" y="15421"/>
                      </a:lnTo>
                      <a:lnTo>
                        <a:pt x="11631" y="15593"/>
                      </a:lnTo>
                      <a:cubicBezTo>
                        <a:pt x="11383" y="16086"/>
                        <a:pt x="10897" y="16422"/>
                        <a:pt x="10145" y="16622"/>
                      </a:cubicBezTo>
                      <a:lnTo>
                        <a:pt x="5356" y="17892"/>
                      </a:lnTo>
                      <a:cubicBezTo>
                        <a:pt x="4547" y="18105"/>
                        <a:pt x="4027" y="18086"/>
                        <a:pt x="3669" y="17827"/>
                      </a:cubicBezTo>
                      <a:cubicBezTo>
                        <a:pt x="3319" y="17575"/>
                        <a:pt x="3095" y="17055"/>
                        <a:pt x="2982" y="16223"/>
                      </a:cubicBezTo>
                      <a:lnTo>
                        <a:pt x="2646" y="14090"/>
                      </a:lnTo>
                      <a:cubicBezTo>
                        <a:pt x="2523" y="13343"/>
                        <a:pt x="2565" y="12781"/>
                        <a:pt x="2774" y="12368"/>
                      </a:cubicBezTo>
                      <a:cubicBezTo>
                        <a:pt x="3016" y="11891"/>
                        <a:pt x="3508" y="11568"/>
                        <a:pt x="4323" y="11352"/>
                      </a:cubicBezTo>
                      <a:lnTo>
                        <a:pt x="7242" y="10579"/>
                      </a:lnTo>
                      <a:lnTo>
                        <a:pt x="7284" y="10848"/>
                      </a:lnTo>
                      <a:cubicBezTo>
                        <a:pt x="7501" y="12222"/>
                        <a:pt x="8168" y="13401"/>
                        <a:pt x="9112" y="14084"/>
                      </a:cubicBezTo>
                      <a:cubicBezTo>
                        <a:pt x="9887" y="14644"/>
                        <a:pt x="10793" y="14826"/>
                        <a:pt x="11662" y="14595"/>
                      </a:cubicBezTo>
                      <a:lnTo>
                        <a:pt x="18179" y="12867"/>
                      </a:lnTo>
                      <a:cubicBezTo>
                        <a:pt x="20182" y="12335"/>
                        <a:pt x="21478" y="9791"/>
                        <a:pt x="21069" y="7196"/>
                      </a:cubicBezTo>
                      <a:close/>
                      <a:moveTo>
                        <a:pt x="21069" y="7196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29" name="Group 95"/>
                <p:cNvGrpSpPr/>
                <p:nvPr/>
              </p:nvGrpSpPr>
              <p:grpSpPr bwMode="auto">
                <a:xfrm>
                  <a:off x="1886" y="1274"/>
                  <a:ext cx="766" cy="703"/>
                  <a:chOff x="0" y="0"/>
                  <a:chExt cx="766" cy="703"/>
                </a:xfrm>
              </p:grpSpPr>
              <p:sp>
                <p:nvSpPr>
                  <p:cNvPr id="48" name="Freeform: Shape 114"/>
                  <p:cNvSpPr/>
                  <p:nvPr/>
                </p:nvSpPr>
                <p:spPr bwMode="auto">
                  <a:xfrm>
                    <a:off x="0" y="362"/>
                    <a:ext cx="492" cy="3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184" h="18543">
                        <a:moveTo>
                          <a:pt x="10363" y="5"/>
                        </a:moveTo>
                        <a:cubicBezTo>
                          <a:pt x="538" y="-332"/>
                          <a:pt x="0" y="15867"/>
                          <a:pt x="0" y="15867"/>
                        </a:cubicBezTo>
                        <a:cubicBezTo>
                          <a:pt x="5817" y="21268"/>
                          <a:pt x="21104" y="16821"/>
                          <a:pt x="21104" y="16821"/>
                        </a:cubicBezTo>
                        <a:cubicBezTo>
                          <a:pt x="21374" y="16453"/>
                          <a:pt x="21600" y="393"/>
                          <a:pt x="10363" y="5"/>
                        </a:cubicBezTo>
                        <a:close/>
                        <a:moveTo>
                          <a:pt x="10363" y="5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9" name="Freeform: Shape 115"/>
                  <p:cNvSpPr/>
                  <p:nvPr/>
                </p:nvSpPr>
                <p:spPr bwMode="auto">
                  <a:xfrm>
                    <a:off x="97" y="88"/>
                    <a:ext cx="257" cy="24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19344" h="20808">
                        <a:moveTo>
                          <a:pt x="16008" y="2328"/>
                        </a:moveTo>
                        <a:cubicBezTo>
                          <a:pt x="14082" y="645"/>
                          <a:pt x="11537" y="-245"/>
                          <a:pt x="8847" y="60"/>
                        </a:cubicBezTo>
                        <a:cubicBezTo>
                          <a:pt x="3474" y="661"/>
                          <a:pt x="-466" y="5782"/>
                          <a:pt x="44" y="11498"/>
                        </a:cubicBezTo>
                        <a:cubicBezTo>
                          <a:pt x="556" y="17211"/>
                          <a:pt x="5324" y="21355"/>
                          <a:pt x="10693" y="20750"/>
                        </a:cubicBezTo>
                        <a:cubicBezTo>
                          <a:pt x="14294" y="20347"/>
                          <a:pt x="17245" y="17907"/>
                          <a:pt x="18650" y="14627"/>
                        </a:cubicBezTo>
                        <a:cubicBezTo>
                          <a:pt x="21134" y="7175"/>
                          <a:pt x="16165" y="2233"/>
                          <a:pt x="16008" y="2328"/>
                        </a:cubicBezTo>
                        <a:close/>
                        <a:moveTo>
                          <a:pt x="16008" y="2328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0" name="Freeform: Shape 116"/>
                  <p:cNvSpPr/>
                  <p:nvPr/>
                </p:nvSpPr>
                <p:spPr bwMode="auto">
                  <a:xfrm>
                    <a:off x="323" y="0"/>
                    <a:ext cx="443" cy="35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6236" y="8353"/>
                        </a:moveTo>
                        <a:lnTo>
                          <a:pt x="4552" y="8353"/>
                        </a:lnTo>
                        <a:lnTo>
                          <a:pt x="4552" y="6580"/>
                        </a:lnTo>
                        <a:lnTo>
                          <a:pt x="16236" y="6580"/>
                        </a:lnTo>
                        <a:cubicBezTo>
                          <a:pt x="16236" y="6580"/>
                          <a:pt x="16236" y="8353"/>
                          <a:pt x="16236" y="8353"/>
                        </a:cubicBezTo>
                        <a:close/>
                        <a:moveTo>
                          <a:pt x="16236" y="11901"/>
                        </a:moveTo>
                        <a:lnTo>
                          <a:pt x="4552" y="11901"/>
                        </a:lnTo>
                        <a:lnTo>
                          <a:pt x="4552" y="10127"/>
                        </a:lnTo>
                        <a:lnTo>
                          <a:pt x="16236" y="10127"/>
                        </a:lnTo>
                        <a:cubicBezTo>
                          <a:pt x="16236" y="10127"/>
                          <a:pt x="16236" y="11901"/>
                          <a:pt x="16236" y="11901"/>
                        </a:cubicBezTo>
                        <a:close/>
                        <a:moveTo>
                          <a:pt x="14259" y="0"/>
                        </a:moveTo>
                        <a:lnTo>
                          <a:pt x="6773" y="0"/>
                        </a:lnTo>
                        <a:cubicBezTo>
                          <a:pt x="3712" y="0"/>
                          <a:pt x="1100" y="2320"/>
                          <a:pt x="0" y="5612"/>
                        </a:cubicBezTo>
                        <a:cubicBezTo>
                          <a:pt x="664" y="6034"/>
                          <a:pt x="2105" y="7381"/>
                          <a:pt x="2652" y="9796"/>
                        </a:cubicBezTo>
                        <a:cubicBezTo>
                          <a:pt x="3159" y="12033"/>
                          <a:pt x="3198" y="14722"/>
                          <a:pt x="2144" y="16509"/>
                        </a:cubicBezTo>
                        <a:cubicBezTo>
                          <a:pt x="2982" y="17423"/>
                          <a:pt x="3762" y="17900"/>
                          <a:pt x="4876" y="18266"/>
                        </a:cubicBezTo>
                        <a:lnTo>
                          <a:pt x="2531" y="21600"/>
                        </a:lnTo>
                        <a:lnTo>
                          <a:pt x="9004" y="18574"/>
                        </a:lnTo>
                        <a:lnTo>
                          <a:pt x="14259" y="18574"/>
                        </a:lnTo>
                        <a:cubicBezTo>
                          <a:pt x="18314" y="18574"/>
                          <a:pt x="21600" y="14511"/>
                          <a:pt x="21600" y="9500"/>
                        </a:cubicBezTo>
                        <a:lnTo>
                          <a:pt x="21600" y="9075"/>
                        </a:lnTo>
                        <a:cubicBezTo>
                          <a:pt x="21600" y="4062"/>
                          <a:pt x="18314" y="0"/>
                          <a:pt x="14259" y="0"/>
                        </a:cubicBezTo>
                        <a:close/>
                        <a:moveTo>
                          <a:pt x="14259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30" name="Freeform: Shape 96"/>
                <p:cNvSpPr/>
                <p:nvPr/>
              </p:nvSpPr>
              <p:spPr bwMode="auto">
                <a:xfrm>
                  <a:off x="1292" y="2625"/>
                  <a:ext cx="1210" cy="9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99" h="20989">
                      <a:moveTo>
                        <a:pt x="14760" y="5355"/>
                      </a:moveTo>
                      <a:cubicBezTo>
                        <a:pt x="14084" y="5355"/>
                        <a:pt x="13537" y="4682"/>
                        <a:pt x="13537" y="3854"/>
                      </a:cubicBezTo>
                      <a:cubicBezTo>
                        <a:pt x="13537" y="3027"/>
                        <a:pt x="14084" y="2354"/>
                        <a:pt x="14760" y="2354"/>
                      </a:cubicBezTo>
                      <a:cubicBezTo>
                        <a:pt x="15435" y="2354"/>
                        <a:pt x="15983" y="3027"/>
                        <a:pt x="15983" y="3854"/>
                      </a:cubicBezTo>
                      <a:cubicBezTo>
                        <a:pt x="15983" y="4682"/>
                        <a:pt x="15435" y="5355"/>
                        <a:pt x="14760" y="5355"/>
                      </a:cubicBezTo>
                      <a:close/>
                      <a:moveTo>
                        <a:pt x="18221" y="3648"/>
                      </a:moveTo>
                      <a:cubicBezTo>
                        <a:pt x="17460" y="835"/>
                        <a:pt x="15004" y="-611"/>
                        <a:pt x="12691" y="246"/>
                      </a:cubicBezTo>
                      <a:cubicBezTo>
                        <a:pt x="9617" y="1384"/>
                        <a:pt x="8345" y="6120"/>
                        <a:pt x="8345" y="6120"/>
                      </a:cubicBezTo>
                      <a:cubicBezTo>
                        <a:pt x="7793" y="7577"/>
                        <a:pt x="7279" y="9085"/>
                        <a:pt x="5713" y="10389"/>
                      </a:cubicBezTo>
                      <a:cubicBezTo>
                        <a:pt x="2744" y="12856"/>
                        <a:pt x="-339" y="5876"/>
                        <a:pt x="1432" y="12498"/>
                      </a:cubicBezTo>
                      <a:cubicBezTo>
                        <a:pt x="1535" y="12883"/>
                        <a:pt x="1685" y="13259"/>
                        <a:pt x="1856" y="13627"/>
                      </a:cubicBezTo>
                      <a:cubicBezTo>
                        <a:pt x="-132" y="12318"/>
                        <a:pt x="-401" y="12189"/>
                        <a:pt x="472" y="15327"/>
                      </a:cubicBezTo>
                      <a:cubicBezTo>
                        <a:pt x="1496" y="19001"/>
                        <a:pt x="4620" y="20663"/>
                        <a:pt x="7727" y="20989"/>
                      </a:cubicBezTo>
                      <a:cubicBezTo>
                        <a:pt x="10488" y="20989"/>
                        <a:pt x="13587" y="20142"/>
                        <a:pt x="14784" y="16774"/>
                      </a:cubicBezTo>
                      <a:cubicBezTo>
                        <a:pt x="15677" y="14260"/>
                        <a:pt x="15699" y="10814"/>
                        <a:pt x="17925" y="7864"/>
                      </a:cubicBezTo>
                      <a:cubicBezTo>
                        <a:pt x="17925" y="7864"/>
                        <a:pt x="19256" y="6393"/>
                        <a:pt x="21199" y="6129"/>
                      </a:cubicBezTo>
                      <a:cubicBezTo>
                        <a:pt x="18629" y="5945"/>
                        <a:pt x="18221" y="3648"/>
                        <a:pt x="18221" y="3648"/>
                      </a:cubicBezTo>
                      <a:close/>
                      <a:moveTo>
                        <a:pt x="18221" y="3648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Freeform: Shape 97"/>
                <p:cNvSpPr/>
                <p:nvPr/>
              </p:nvSpPr>
              <p:spPr bwMode="auto">
                <a:xfrm>
                  <a:off x="4684" y="2236"/>
                  <a:ext cx="965" cy="10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324" h="21351">
                      <a:moveTo>
                        <a:pt x="16593" y="13829"/>
                      </a:moveTo>
                      <a:cubicBezTo>
                        <a:pt x="15541" y="13889"/>
                        <a:pt x="14615" y="14295"/>
                        <a:pt x="13915" y="14902"/>
                      </a:cubicBezTo>
                      <a:lnTo>
                        <a:pt x="8446" y="12232"/>
                      </a:lnTo>
                      <a:cubicBezTo>
                        <a:pt x="8469" y="12030"/>
                        <a:pt x="8486" y="11826"/>
                        <a:pt x="8472" y="11617"/>
                      </a:cubicBezTo>
                      <a:cubicBezTo>
                        <a:pt x="8449" y="11299"/>
                        <a:pt x="8368" y="11000"/>
                        <a:pt x="8264" y="10712"/>
                      </a:cubicBezTo>
                      <a:lnTo>
                        <a:pt x="14382" y="6652"/>
                      </a:lnTo>
                      <a:cubicBezTo>
                        <a:pt x="15186" y="7244"/>
                        <a:pt x="16227" y="7582"/>
                        <a:pt x="17351" y="7520"/>
                      </a:cubicBezTo>
                      <a:cubicBezTo>
                        <a:pt x="19687" y="7389"/>
                        <a:pt x="21461" y="5599"/>
                        <a:pt x="21316" y="3526"/>
                      </a:cubicBezTo>
                      <a:cubicBezTo>
                        <a:pt x="21167" y="1451"/>
                        <a:pt x="19153" y="-125"/>
                        <a:pt x="16817" y="8"/>
                      </a:cubicBezTo>
                      <a:cubicBezTo>
                        <a:pt x="14480" y="138"/>
                        <a:pt x="12706" y="1925"/>
                        <a:pt x="12854" y="4001"/>
                      </a:cubicBezTo>
                      <a:cubicBezTo>
                        <a:pt x="12871" y="4239"/>
                        <a:pt x="12917" y="4468"/>
                        <a:pt x="12980" y="4690"/>
                      </a:cubicBezTo>
                      <a:lnTo>
                        <a:pt x="6658" y="8783"/>
                      </a:lnTo>
                      <a:cubicBezTo>
                        <a:pt x="5897" y="8310"/>
                        <a:pt x="4969" y="8043"/>
                        <a:pt x="3971" y="8099"/>
                      </a:cubicBezTo>
                      <a:cubicBezTo>
                        <a:pt x="1636" y="8229"/>
                        <a:pt x="-139" y="10017"/>
                        <a:pt x="9" y="12093"/>
                      </a:cubicBezTo>
                      <a:cubicBezTo>
                        <a:pt x="157" y="14167"/>
                        <a:pt x="2169" y="15742"/>
                        <a:pt x="4507" y="15611"/>
                      </a:cubicBezTo>
                      <a:cubicBezTo>
                        <a:pt x="5685" y="15545"/>
                        <a:pt x="6717" y="15058"/>
                        <a:pt x="7435" y="14326"/>
                      </a:cubicBezTo>
                      <a:lnTo>
                        <a:pt x="12675" y="17011"/>
                      </a:lnTo>
                      <a:cubicBezTo>
                        <a:pt x="12629" y="17273"/>
                        <a:pt x="12609" y="17546"/>
                        <a:pt x="12629" y="17823"/>
                      </a:cubicBezTo>
                      <a:cubicBezTo>
                        <a:pt x="12776" y="19898"/>
                        <a:pt x="14790" y="21475"/>
                        <a:pt x="17127" y="21343"/>
                      </a:cubicBezTo>
                      <a:cubicBezTo>
                        <a:pt x="19463" y="21212"/>
                        <a:pt x="21238" y="19425"/>
                        <a:pt x="21091" y="17349"/>
                      </a:cubicBezTo>
                      <a:cubicBezTo>
                        <a:pt x="20945" y="15275"/>
                        <a:pt x="18928" y="13698"/>
                        <a:pt x="16593" y="13829"/>
                      </a:cubicBezTo>
                      <a:close/>
                      <a:moveTo>
                        <a:pt x="16593" y="13829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Freeform: Shape 98"/>
                <p:cNvSpPr/>
                <p:nvPr/>
              </p:nvSpPr>
              <p:spPr bwMode="auto">
                <a:xfrm>
                  <a:off x="3974" y="469"/>
                  <a:ext cx="1108" cy="106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421" h="21413">
                      <a:moveTo>
                        <a:pt x="8099" y="13602"/>
                      </a:moveTo>
                      <a:cubicBezTo>
                        <a:pt x="5358" y="13602"/>
                        <a:pt x="3138" y="11289"/>
                        <a:pt x="3138" y="8434"/>
                      </a:cubicBezTo>
                      <a:cubicBezTo>
                        <a:pt x="3138" y="5581"/>
                        <a:pt x="5358" y="3268"/>
                        <a:pt x="8099" y="3268"/>
                      </a:cubicBezTo>
                      <a:cubicBezTo>
                        <a:pt x="10838" y="3268"/>
                        <a:pt x="13059" y="5581"/>
                        <a:pt x="13059" y="8434"/>
                      </a:cubicBezTo>
                      <a:cubicBezTo>
                        <a:pt x="13059" y="11289"/>
                        <a:pt x="10838" y="13602"/>
                        <a:pt x="8099" y="13602"/>
                      </a:cubicBezTo>
                      <a:close/>
                      <a:moveTo>
                        <a:pt x="20893" y="17915"/>
                      </a:moveTo>
                      <a:lnTo>
                        <a:pt x="15499" y="12943"/>
                      </a:lnTo>
                      <a:cubicBezTo>
                        <a:pt x="15376" y="12827"/>
                        <a:pt x="15240" y="12743"/>
                        <a:pt x="15098" y="12673"/>
                      </a:cubicBezTo>
                      <a:cubicBezTo>
                        <a:pt x="15796" y="11428"/>
                        <a:pt x="16197" y="9980"/>
                        <a:pt x="16197" y="8434"/>
                      </a:cubicBezTo>
                      <a:cubicBezTo>
                        <a:pt x="16197" y="3776"/>
                        <a:pt x="12571" y="0"/>
                        <a:pt x="8099" y="0"/>
                      </a:cubicBezTo>
                      <a:cubicBezTo>
                        <a:pt x="3626" y="0"/>
                        <a:pt x="0" y="3776"/>
                        <a:pt x="0" y="8434"/>
                      </a:cubicBezTo>
                      <a:cubicBezTo>
                        <a:pt x="0" y="13093"/>
                        <a:pt x="3626" y="16869"/>
                        <a:pt x="8099" y="16869"/>
                      </a:cubicBezTo>
                      <a:cubicBezTo>
                        <a:pt x="9713" y="16869"/>
                        <a:pt x="11217" y="16374"/>
                        <a:pt x="12480" y="15526"/>
                      </a:cubicBezTo>
                      <a:cubicBezTo>
                        <a:pt x="12566" y="15701"/>
                        <a:pt x="12679" y="15866"/>
                        <a:pt x="12827" y="16004"/>
                      </a:cubicBezTo>
                      <a:lnTo>
                        <a:pt x="18221" y="20977"/>
                      </a:lnTo>
                      <a:cubicBezTo>
                        <a:pt x="18879" y="21600"/>
                        <a:pt x="19898" y="21549"/>
                        <a:pt x="20496" y="20864"/>
                      </a:cubicBezTo>
                      <a:lnTo>
                        <a:pt x="21003" y="20285"/>
                      </a:lnTo>
                      <a:cubicBezTo>
                        <a:pt x="21600" y="19599"/>
                        <a:pt x="21552" y="18538"/>
                        <a:pt x="20893" y="17915"/>
                      </a:cubicBezTo>
                      <a:close/>
                      <a:moveTo>
                        <a:pt x="20893" y="1791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33" name="Group 99"/>
                <p:cNvGrpSpPr/>
                <p:nvPr/>
              </p:nvGrpSpPr>
              <p:grpSpPr bwMode="auto">
                <a:xfrm>
                  <a:off x="3677" y="2399"/>
                  <a:ext cx="904" cy="979"/>
                  <a:chOff x="0" y="0"/>
                  <a:chExt cx="904" cy="979"/>
                </a:xfrm>
              </p:grpSpPr>
              <p:sp>
                <p:nvSpPr>
                  <p:cNvPr id="44" name="Freeform: Shape 110"/>
                  <p:cNvSpPr/>
                  <p:nvPr/>
                </p:nvSpPr>
                <p:spPr bwMode="auto">
                  <a:xfrm>
                    <a:off x="606" y="105"/>
                    <a:ext cx="198" cy="15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18790">
                        <a:moveTo>
                          <a:pt x="21600" y="18026"/>
                        </a:moveTo>
                        <a:cubicBezTo>
                          <a:pt x="21600" y="18026"/>
                          <a:pt x="21268" y="9650"/>
                          <a:pt x="14170" y="3669"/>
                        </a:cubicBezTo>
                        <a:cubicBezTo>
                          <a:pt x="6476" y="-2810"/>
                          <a:pt x="0" y="1265"/>
                          <a:pt x="0" y="1265"/>
                        </a:cubicBezTo>
                        <a:lnTo>
                          <a:pt x="1563" y="7388"/>
                        </a:lnTo>
                        <a:cubicBezTo>
                          <a:pt x="1563" y="7388"/>
                          <a:pt x="6661" y="5098"/>
                          <a:pt x="11396" y="9086"/>
                        </a:cubicBezTo>
                        <a:cubicBezTo>
                          <a:pt x="16126" y="13073"/>
                          <a:pt x="15668" y="18790"/>
                          <a:pt x="15668" y="18790"/>
                        </a:cubicBezTo>
                        <a:cubicBezTo>
                          <a:pt x="15668" y="18790"/>
                          <a:pt x="21600" y="18026"/>
                          <a:pt x="21600" y="18026"/>
                        </a:cubicBezTo>
                        <a:close/>
                        <a:moveTo>
                          <a:pt x="21600" y="18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5" name="Freeform: Shape 111"/>
                  <p:cNvSpPr/>
                  <p:nvPr/>
                </p:nvSpPr>
                <p:spPr bwMode="auto">
                  <a:xfrm>
                    <a:off x="566" y="0"/>
                    <a:ext cx="338" cy="26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687" h="19230">
                        <a:moveTo>
                          <a:pt x="13721" y="2487"/>
                        </a:moveTo>
                        <a:cubicBezTo>
                          <a:pt x="6062" y="-2370"/>
                          <a:pt x="0" y="1385"/>
                          <a:pt x="0" y="1385"/>
                        </a:cubicBezTo>
                        <a:lnTo>
                          <a:pt x="1146" y="5222"/>
                        </a:lnTo>
                        <a:cubicBezTo>
                          <a:pt x="1146" y="5222"/>
                          <a:pt x="7316" y="2931"/>
                          <a:pt x="12147" y="7175"/>
                        </a:cubicBezTo>
                        <a:cubicBezTo>
                          <a:pt x="16976" y="11418"/>
                          <a:pt x="17416" y="19230"/>
                          <a:pt x="17416" y="19230"/>
                        </a:cubicBezTo>
                        <a:lnTo>
                          <a:pt x="20651" y="18877"/>
                        </a:lnTo>
                        <a:cubicBezTo>
                          <a:pt x="20651" y="18877"/>
                          <a:pt x="21600" y="7484"/>
                          <a:pt x="13721" y="2487"/>
                        </a:cubicBezTo>
                        <a:close/>
                        <a:moveTo>
                          <a:pt x="13721" y="24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6" name="Freeform: Shape 112"/>
                  <p:cNvSpPr/>
                  <p:nvPr/>
                </p:nvSpPr>
                <p:spPr bwMode="auto">
                  <a:xfrm>
                    <a:off x="0" y="238"/>
                    <a:ext cx="853" cy="7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770" h="21474">
                        <a:moveTo>
                          <a:pt x="15255" y="18349"/>
                        </a:moveTo>
                        <a:lnTo>
                          <a:pt x="14325" y="17122"/>
                        </a:lnTo>
                        <a:lnTo>
                          <a:pt x="16450" y="17122"/>
                        </a:lnTo>
                        <a:lnTo>
                          <a:pt x="17286" y="18349"/>
                        </a:lnTo>
                        <a:cubicBezTo>
                          <a:pt x="17286" y="18349"/>
                          <a:pt x="15255" y="18349"/>
                          <a:pt x="15255" y="18349"/>
                        </a:cubicBezTo>
                        <a:close/>
                        <a:moveTo>
                          <a:pt x="12321" y="18349"/>
                        </a:moveTo>
                        <a:lnTo>
                          <a:pt x="11391" y="17122"/>
                        </a:lnTo>
                        <a:lnTo>
                          <a:pt x="13515" y="17122"/>
                        </a:lnTo>
                        <a:lnTo>
                          <a:pt x="14351" y="18349"/>
                        </a:lnTo>
                        <a:cubicBezTo>
                          <a:pt x="14351" y="18349"/>
                          <a:pt x="12321" y="18349"/>
                          <a:pt x="12321" y="18349"/>
                        </a:cubicBezTo>
                        <a:close/>
                        <a:moveTo>
                          <a:pt x="9389" y="18349"/>
                        </a:moveTo>
                        <a:lnTo>
                          <a:pt x="8457" y="17122"/>
                        </a:lnTo>
                        <a:lnTo>
                          <a:pt x="10584" y="17122"/>
                        </a:lnTo>
                        <a:lnTo>
                          <a:pt x="11419" y="18349"/>
                        </a:lnTo>
                        <a:cubicBezTo>
                          <a:pt x="11419" y="18349"/>
                          <a:pt x="9389" y="18349"/>
                          <a:pt x="9389" y="18349"/>
                        </a:cubicBezTo>
                        <a:close/>
                        <a:moveTo>
                          <a:pt x="6455" y="18349"/>
                        </a:moveTo>
                        <a:lnTo>
                          <a:pt x="5524" y="17122"/>
                        </a:lnTo>
                        <a:lnTo>
                          <a:pt x="7650" y="17122"/>
                        </a:lnTo>
                        <a:lnTo>
                          <a:pt x="8486" y="18349"/>
                        </a:lnTo>
                        <a:cubicBezTo>
                          <a:pt x="8486" y="18349"/>
                          <a:pt x="6455" y="18349"/>
                          <a:pt x="6455" y="18349"/>
                        </a:cubicBezTo>
                        <a:close/>
                        <a:moveTo>
                          <a:pt x="4052" y="14957"/>
                        </a:moveTo>
                        <a:lnTo>
                          <a:pt x="6179" y="14957"/>
                        </a:lnTo>
                        <a:lnTo>
                          <a:pt x="7014" y="16184"/>
                        </a:lnTo>
                        <a:lnTo>
                          <a:pt x="4985" y="16184"/>
                        </a:lnTo>
                        <a:cubicBezTo>
                          <a:pt x="4985" y="16184"/>
                          <a:pt x="4052" y="14957"/>
                          <a:pt x="4052" y="14957"/>
                        </a:cubicBezTo>
                        <a:close/>
                        <a:moveTo>
                          <a:pt x="2258" y="13026"/>
                        </a:moveTo>
                        <a:lnTo>
                          <a:pt x="2258" y="2348"/>
                        </a:lnTo>
                        <a:lnTo>
                          <a:pt x="14531" y="2348"/>
                        </a:lnTo>
                        <a:lnTo>
                          <a:pt x="14531" y="13026"/>
                        </a:lnTo>
                        <a:cubicBezTo>
                          <a:pt x="14531" y="13026"/>
                          <a:pt x="2258" y="13026"/>
                          <a:pt x="2258" y="13026"/>
                        </a:cubicBezTo>
                        <a:close/>
                        <a:moveTo>
                          <a:pt x="9947" y="16184"/>
                        </a:moveTo>
                        <a:lnTo>
                          <a:pt x="7917" y="16184"/>
                        </a:lnTo>
                        <a:lnTo>
                          <a:pt x="6986" y="14957"/>
                        </a:lnTo>
                        <a:lnTo>
                          <a:pt x="9112" y="14957"/>
                        </a:lnTo>
                        <a:cubicBezTo>
                          <a:pt x="9112" y="14957"/>
                          <a:pt x="9947" y="16184"/>
                          <a:pt x="9947" y="16184"/>
                        </a:cubicBezTo>
                        <a:close/>
                        <a:moveTo>
                          <a:pt x="9919" y="14957"/>
                        </a:moveTo>
                        <a:lnTo>
                          <a:pt x="12045" y="14957"/>
                        </a:lnTo>
                        <a:lnTo>
                          <a:pt x="12880" y="16184"/>
                        </a:lnTo>
                        <a:lnTo>
                          <a:pt x="10850" y="16184"/>
                        </a:lnTo>
                        <a:cubicBezTo>
                          <a:pt x="10850" y="16184"/>
                          <a:pt x="9919" y="14957"/>
                          <a:pt x="9919" y="14957"/>
                        </a:cubicBezTo>
                        <a:close/>
                        <a:moveTo>
                          <a:pt x="15814" y="16184"/>
                        </a:moveTo>
                        <a:lnTo>
                          <a:pt x="13782" y="16184"/>
                        </a:lnTo>
                        <a:lnTo>
                          <a:pt x="12852" y="14957"/>
                        </a:lnTo>
                        <a:lnTo>
                          <a:pt x="14978" y="14957"/>
                        </a:lnTo>
                        <a:cubicBezTo>
                          <a:pt x="14978" y="14957"/>
                          <a:pt x="15814" y="16184"/>
                          <a:pt x="15814" y="16184"/>
                        </a:cubicBezTo>
                        <a:close/>
                        <a:moveTo>
                          <a:pt x="16495" y="13026"/>
                        </a:moveTo>
                        <a:lnTo>
                          <a:pt x="16495" y="2113"/>
                        </a:lnTo>
                        <a:cubicBezTo>
                          <a:pt x="16495" y="2113"/>
                          <a:pt x="16855" y="1"/>
                          <a:pt x="14433" y="1"/>
                        </a:cubicBezTo>
                        <a:cubicBezTo>
                          <a:pt x="11586" y="1"/>
                          <a:pt x="1364" y="1"/>
                          <a:pt x="1364" y="1"/>
                        </a:cubicBezTo>
                        <a:cubicBezTo>
                          <a:pt x="1364" y="1"/>
                          <a:pt x="0" y="-126"/>
                          <a:pt x="0" y="1964"/>
                        </a:cubicBezTo>
                        <a:cubicBezTo>
                          <a:pt x="0" y="5133"/>
                          <a:pt x="0" y="13965"/>
                          <a:pt x="0" y="13965"/>
                        </a:cubicBezTo>
                        <a:lnTo>
                          <a:pt x="3829" y="21474"/>
                        </a:lnTo>
                        <a:lnTo>
                          <a:pt x="20325" y="21474"/>
                        </a:lnTo>
                        <a:cubicBezTo>
                          <a:pt x="20325" y="21474"/>
                          <a:pt x="21600" y="20065"/>
                          <a:pt x="19834" y="17602"/>
                        </a:cubicBezTo>
                        <a:cubicBezTo>
                          <a:pt x="18068" y="15138"/>
                          <a:pt x="16495" y="13026"/>
                          <a:pt x="16495" y="13026"/>
                        </a:cubicBezTo>
                        <a:close/>
                        <a:moveTo>
                          <a:pt x="16495" y="13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7" name="Freeform: Shape 113"/>
                  <p:cNvSpPr/>
                  <p:nvPr/>
                </p:nvSpPr>
                <p:spPr bwMode="auto">
                  <a:xfrm>
                    <a:off x="250" y="410"/>
                    <a:ext cx="196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329" y="8962"/>
                        </a:moveTo>
                        <a:lnTo>
                          <a:pt x="0" y="18822"/>
                        </a:lnTo>
                        <a:lnTo>
                          <a:pt x="3053" y="21600"/>
                        </a:lnTo>
                        <a:lnTo>
                          <a:pt x="13417" y="11464"/>
                        </a:lnTo>
                        <a:lnTo>
                          <a:pt x="15965" y="17475"/>
                        </a:lnTo>
                        <a:lnTo>
                          <a:pt x="21600" y="0"/>
                        </a:lnTo>
                        <a:lnTo>
                          <a:pt x="4228" y="7618"/>
                        </a:lnTo>
                        <a:cubicBezTo>
                          <a:pt x="4228" y="7618"/>
                          <a:pt x="10329" y="8962"/>
                          <a:pt x="10329" y="8962"/>
                        </a:cubicBezTo>
                        <a:close/>
                        <a:moveTo>
                          <a:pt x="10329" y="896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4" name="Group 100"/>
                <p:cNvGrpSpPr/>
                <p:nvPr/>
              </p:nvGrpSpPr>
              <p:grpSpPr bwMode="auto">
                <a:xfrm>
                  <a:off x="4374" y="1587"/>
                  <a:ext cx="534" cy="499"/>
                  <a:chOff x="0" y="0"/>
                  <a:chExt cx="532" cy="498"/>
                </a:xfrm>
              </p:grpSpPr>
              <p:sp>
                <p:nvSpPr>
                  <p:cNvPr id="42" name="Freeform: Shape 108"/>
                  <p:cNvSpPr/>
                  <p:nvPr/>
                </p:nvSpPr>
                <p:spPr bwMode="auto">
                  <a:xfrm>
                    <a:off x="116" y="0"/>
                    <a:ext cx="296" cy="38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802" y="21600"/>
                        </a:moveTo>
                        <a:lnTo>
                          <a:pt x="16202" y="14495"/>
                        </a:lnTo>
                        <a:lnTo>
                          <a:pt x="21600" y="7390"/>
                        </a:lnTo>
                        <a:lnTo>
                          <a:pt x="16289" y="7390"/>
                        </a:lnTo>
                        <a:lnTo>
                          <a:pt x="16289" y="538"/>
                        </a:lnTo>
                        <a:cubicBezTo>
                          <a:pt x="16289" y="240"/>
                          <a:pt x="15972" y="0"/>
                          <a:pt x="15582" y="0"/>
                        </a:cubicBezTo>
                        <a:lnTo>
                          <a:pt x="6020" y="0"/>
                        </a:lnTo>
                        <a:cubicBezTo>
                          <a:pt x="5631" y="0"/>
                          <a:pt x="5313" y="240"/>
                          <a:pt x="5313" y="538"/>
                        </a:cubicBezTo>
                        <a:lnTo>
                          <a:pt x="5313" y="7390"/>
                        </a:lnTo>
                        <a:lnTo>
                          <a:pt x="0" y="7390"/>
                        </a:lnTo>
                        <a:lnTo>
                          <a:pt x="5400" y="14495"/>
                        </a:lnTo>
                        <a:cubicBezTo>
                          <a:pt x="5400" y="14495"/>
                          <a:pt x="10802" y="21600"/>
                          <a:pt x="10802" y="21600"/>
                        </a:cubicBezTo>
                        <a:close/>
                        <a:moveTo>
                          <a:pt x="10802" y="2160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3" name="Freeform: Shape 109"/>
                  <p:cNvSpPr/>
                  <p:nvPr/>
                </p:nvSpPr>
                <p:spPr bwMode="auto">
                  <a:xfrm>
                    <a:off x="0" y="269"/>
                    <a:ext cx="532" cy="22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9964" y="0"/>
                        </a:moveTo>
                        <a:lnTo>
                          <a:pt x="19026" y="0"/>
                        </a:lnTo>
                        <a:lnTo>
                          <a:pt x="19026" y="13793"/>
                        </a:lnTo>
                        <a:lnTo>
                          <a:pt x="2789" y="13793"/>
                        </a:lnTo>
                        <a:lnTo>
                          <a:pt x="2789" y="0"/>
                        </a:lnTo>
                        <a:lnTo>
                          <a:pt x="1634" y="0"/>
                        </a:lnTo>
                        <a:cubicBezTo>
                          <a:pt x="731" y="0"/>
                          <a:pt x="0" y="1700"/>
                          <a:pt x="0" y="3799"/>
                        </a:cubicBezTo>
                        <a:lnTo>
                          <a:pt x="0" y="17804"/>
                        </a:lnTo>
                        <a:cubicBezTo>
                          <a:pt x="0" y="19900"/>
                          <a:pt x="731" y="21600"/>
                          <a:pt x="1634" y="21600"/>
                        </a:cubicBezTo>
                        <a:lnTo>
                          <a:pt x="19964" y="21600"/>
                        </a:lnTo>
                        <a:cubicBezTo>
                          <a:pt x="20868" y="21600"/>
                          <a:pt x="21600" y="19900"/>
                          <a:pt x="21600" y="17804"/>
                        </a:cubicBezTo>
                        <a:lnTo>
                          <a:pt x="21600" y="3799"/>
                        </a:lnTo>
                        <a:cubicBezTo>
                          <a:pt x="21600" y="1700"/>
                          <a:pt x="20868" y="0"/>
                          <a:pt x="19964" y="0"/>
                        </a:cubicBezTo>
                        <a:close/>
                        <a:moveTo>
                          <a:pt x="19964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5" name="Group 101"/>
                <p:cNvGrpSpPr/>
                <p:nvPr/>
              </p:nvGrpSpPr>
              <p:grpSpPr bwMode="auto">
                <a:xfrm>
                  <a:off x="5873" y="1941"/>
                  <a:ext cx="811" cy="1598"/>
                  <a:chOff x="0" y="0"/>
                  <a:chExt cx="811" cy="1598"/>
                </a:xfrm>
              </p:grpSpPr>
              <p:sp>
                <p:nvSpPr>
                  <p:cNvPr id="36" name="Freeform: Shape 102"/>
                  <p:cNvSpPr/>
                  <p:nvPr/>
                </p:nvSpPr>
                <p:spPr bwMode="auto">
                  <a:xfrm>
                    <a:off x="483" y="713"/>
                    <a:ext cx="207" cy="17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998" h="18917">
                        <a:moveTo>
                          <a:pt x="14761" y="4029"/>
                        </a:moveTo>
                        <a:cubicBezTo>
                          <a:pt x="7347" y="-2683"/>
                          <a:pt x="0" y="1017"/>
                          <a:pt x="0" y="1017"/>
                        </a:cubicBezTo>
                        <a:lnTo>
                          <a:pt x="956" y="7092"/>
                        </a:lnTo>
                        <a:cubicBezTo>
                          <a:pt x="956" y="7092"/>
                          <a:pt x="6632" y="5076"/>
                          <a:pt x="11195" y="9209"/>
                        </a:cubicBezTo>
                        <a:cubicBezTo>
                          <a:pt x="15749" y="13340"/>
                          <a:pt x="14591" y="18917"/>
                          <a:pt x="14591" y="18917"/>
                        </a:cubicBezTo>
                        <a:lnTo>
                          <a:pt x="20984" y="18447"/>
                        </a:lnTo>
                        <a:cubicBezTo>
                          <a:pt x="20984" y="18447"/>
                          <a:pt x="21600" y="10224"/>
                          <a:pt x="14761" y="4029"/>
                        </a:cubicBezTo>
                        <a:close/>
                        <a:moveTo>
                          <a:pt x="14761" y="4029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7" name="Freeform: Shape 103"/>
                  <p:cNvSpPr/>
                  <p:nvPr/>
                </p:nvSpPr>
                <p:spPr bwMode="auto">
                  <a:xfrm>
                    <a:off x="455" y="588"/>
                    <a:ext cx="356" cy="31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033" h="19276">
                        <a:moveTo>
                          <a:pt x="13985" y="3722"/>
                        </a:moveTo>
                        <a:cubicBezTo>
                          <a:pt x="7135" y="-2324"/>
                          <a:pt x="0" y="814"/>
                          <a:pt x="0" y="814"/>
                        </a:cubicBezTo>
                        <a:lnTo>
                          <a:pt x="783" y="4582"/>
                        </a:lnTo>
                        <a:cubicBezTo>
                          <a:pt x="783" y="4582"/>
                          <a:pt x="7511" y="2658"/>
                          <a:pt x="12115" y="7001"/>
                        </a:cubicBezTo>
                        <a:cubicBezTo>
                          <a:pt x="16714" y="11342"/>
                          <a:pt x="16316" y="18928"/>
                          <a:pt x="16316" y="18928"/>
                        </a:cubicBezTo>
                        <a:lnTo>
                          <a:pt x="19862" y="19276"/>
                        </a:lnTo>
                        <a:cubicBezTo>
                          <a:pt x="19862" y="19276"/>
                          <a:pt x="21600" y="10448"/>
                          <a:pt x="13985" y="3722"/>
                        </a:cubicBezTo>
                        <a:close/>
                        <a:moveTo>
                          <a:pt x="13985" y="37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8" name="Freeform: Shape 104"/>
                  <p:cNvSpPr/>
                  <p:nvPr/>
                </p:nvSpPr>
                <p:spPr bwMode="auto">
                  <a:xfrm>
                    <a:off x="0" y="782"/>
                    <a:ext cx="641" cy="637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497" h="17950">
                        <a:moveTo>
                          <a:pt x="13292" y="17012"/>
                        </a:moveTo>
                        <a:cubicBezTo>
                          <a:pt x="10000" y="16124"/>
                          <a:pt x="9873" y="14551"/>
                          <a:pt x="9873" y="14551"/>
                        </a:cubicBezTo>
                        <a:cubicBezTo>
                          <a:pt x="10304" y="14679"/>
                          <a:pt x="16313" y="18354"/>
                          <a:pt x="20322" y="14679"/>
                        </a:cubicBezTo>
                        <a:cubicBezTo>
                          <a:pt x="19484" y="16426"/>
                          <a:pt x="16584" y="17899"/>
                          <a:pt x="13292" y="17012"/>
                        </a:cubicBezTo>
                        <a:close/>
                        <a:moveTo>
                          <a:pt x="17488" y="7413"/>
                        </a:moveTo>
                        <a:cubicBezTo>
                          <a:pt x="17488" y="7413"/>
                          <a:pt x="20459" y="12149"/>
                          <a:pt x="17488" y="14079"/>
                        </a:cubicBezTo>
                        <a:cubicBezTo>
                          <a:pt x="14517" y="16008"/>
                          <a:pt x="6993" y="11272"/>
                          <a:pt x="5210" y="8114"/>
                        </a:cubicBezTo>
                        <a:cubicBezTo>
                          <a:pt x="3427" y="4958"/>
                          <a:pt x="2750" y="2742"/>
                          <a:pt x="4678" y="1785"/>
                        </a:cubicBezTo>
                        <a:cubicBezTo>
                          <a:pt x="6883" y="691"/>
                          <a:pt x="10235" y="1629"/>
                          <a:pt x="11546" y="2151"/>
                        </a:cubicBezTo>
                        <a:cubicBezTo>
                          <a:pt x="11546" y="2151"/>
                          <a:pt x="6001" y="-1340"/>
                          <a:pt x="2833" y="573"/>
                        </a:cubicBezTo>
                        <a:cubicBezTo>
                          <a:pt x="-707" y="2710"/>
                          <a:pt x="1050" y="7238"/>
                          <a:pt x="5210" y="11272"/>
                        </a:cubicBezTo>
                        <a:cubicBezTo>
                          <a:pt x="7586" y="13200"/>
                          <a:pt x="3055" y="13732"/>
                          <a:pt x="6" y="5406"/>
                        </a:cubicBezTo>
                        <a:cubicBezTo>
                          <a:pt x="-283" y="14130"/>
                          <a:pt x="10404" y="17186"/>
                          <a:pt x="10404" y="17186"/>
                        </a:cubicBezTo>
                        <a:cubicBezTo>
                          <a:pt x="10404" y="17186"/>
                          <a:pt x="19889" y="20260"/>
                          <a:pt x="20459" y="14079"/>
                        </a:cubicBezTo>
                        <a:cubicBezTo>
                          <a:pt x="20893" y="9366"/>
                          <a:pt x="17488" y="7413"/>
                          <a:pt x="17488" y="7413"/>
                        </a:cubicBezTo>
                        <a:close/>
                        <a:moveTo>
                          <a:pt x="17488" y="741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9" name="Freeform: Shape 105"/>
                  <p:cNvSpPr/>
                  <p:nvPr/>
                </p:nvSpPr>
                <p:spPr bwMode="auto">
                  <a:xfrm>
                    <a:off x="27" y="1392"/>
                    <a:ext cx="473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492" h="21600">
                        <a:moveTo>
                          <a:pt x="5816" y="0"/>
                        </a:moveTo>
                        <a:cubicBezTo>
                          <a:pt x="5816" y="0"/>
                          <a:pt x="4787" y="6465"/>
                          <a:pt x="2654" y="10541"/>
                        </a:cubicBezTo>
                        <a:cubicBezTo>
                          <a:pt x="518" y="14617"/>
                          <a:pt x="-108" y="14904"/>
                          <a:pt x="15" y="16071"/>
                        </a:cubicBezTo>
                        <a:cubicBezTo>
                          <a:pt x="143" y="17234"/>
                          <a:pt x="267" y="21600"/>
                          <a:pt x="267" y="21600"/>
                        </a:cubicBezTo>
                        <a:lnTo>
                          <a:pt x="21492" y="21600"/>
                        </a:lnTo>
                        <a:lnTo>
                          <a:pt x="20359" y="12581"/>
                        </a:lnTo>
                        <a:cubicBezTo>
                          <a:pt x="20359" y="12581"/>
                          <a:pt x="10838" y="12805"/>
                          <a:pt x="5816" y="0"/>
                        </a:cubicBezTo>
                        <a:close/>
                        <a:moveTo>
                          <a:pt x="5816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0" name="Freeform: Shape 106"/>
                  <p:cNvSpPr/>
                  <p:nvPr/>
                </p:nvSpPr>
                <p:spPr bwMode="auto">
                  <a:xfrm>
                    <a:off x="221" y="851"/>
                    <a:ext cx="330" cy="34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529" h="19892">
                        <a:moveTo>
                          <a:pt x="0" y="7687"/>
                        </a:moveTo>
                        <a:lnTo>
                          <a:pt x="577" y="9930"/>
                        </a:lnTo>
                        <a:lnTo>
                          <a:pt x="13275" y="7363"/>
                        </a:lnTo>
                        <a:cubicBezTo>
                          <a:pt x="13275" y="7363"/>
                          <a:pt x="11193" y="13697"/>
                          <a:pt x="10785" y="19165"/>
                        </a:cubicBezTo>
                        <a:cubicBezTo>
                          <a:pt x="10785" y="19165"/>
                          <a:pt x="13030" y="20029"/>
                          <a:pt x="13030" y="19873"/>
                        </a:cubicBezTo>
                        <a:cubicBezTo>
                          <a:pt x="13030" y="19397"/>
                          <a:pt x="15903" y="7607"/>
                          <a:pt x="15903" y="7607"/>
                        </a:cubicBezTo>
                        <a:cubicBezTo>
                          <a:pt x="15903" y="7607"/>
                          <a:pt x="18126" y="8029"/>
                          <a:pt x="19326" y="6531"/>
                        </a:cubicBezTo>
                        <a:cubicBezTo>
                          <a:pt x="20381" y="5215"/>
                          <a:pt x="21600" y="3335"/>
                          <a:pt x="18856" y="724"/>
                        </a:cubicBezTo>
                        <a:cubicBezTo>
                          <a:pt x="18856" y="724"/>
                          <a:pt x="14463" y="-1571"/>
                          <a:pt x="12623" y="2011"/>
                        </a:cubicBezTo>
                        <a:cubicBezTo>
                          <a:pt x="10909" y="4208"/>
                          <a:pt x="11808" y="5404"/>
                          <a:pt x="11808" y="5404"/>
                        </a:cubicBezTo>
                        <a:cubicBezTo>
                          <a:pt x="11808" y="5404"/>
                          <a:pt x="0" y="7687"/>
                          <a:pt x="0" y="7687"/>
                        </a:cubicBezTo>
                        <a:close/>
                        <a:moveTo>
                          <a:pt x="0" y="76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41" name="Freeform: Shape 107"/>
                  <p:cNvSpPr/>
                  <p:nvPr/>
                </p:nvSpPr>
                <p:spPr bwMode="auto">
                  <a:xfrm>
                    <a:off x="49" y="0"/>
                    <a:ext cx="439" cy="49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399" h="21364">
                        <a:moveTo>
                          <a:pt x="21260" y="4222"/>
                        </a:moveTo>
                        <a:cubicBezTo>
                          <a:pt x="21260" y="4222"/>
                          <a:pt x="18075" y="682"/>
                          <a:pt x="15617" y="79"/>
                        </a:cubicBezTo>
                        <a:cubicBezTo>
                          <a:pt x="15617" y="79"/>
                          <a:pt x="15019" y="-236"/>
                          <a:pt x="14955" y="395"/>
                        </a:cubicBezTo>
                        <a:cubicBezTo>
                          <a:pt x="14955" y="395"/>
                          <a:pt x="14761" y="1914"/>
                          <a:pt x="14761" y="2258"/>
                        </a:cubicBezTo>
                        <a:cubicBezTo>
                          <a:pt x="14761" y="2258"/>
                          <a:pt x="14923" y="2373"/>
                          <a:pt x="14502" y="2774"/>
                        </a:cubicBezTo>
                        <a:cubicBezTo>
                          <a:pt x="14081" y="3176"/>
                          <a:pt x="8909" y="8365"/>
                          <a:pt x="8909" y="8365"/>
                        </a:cubicBezTo>
                        <a:cubicBezTo>
                          <a:pt x="8909" y="8365"/>
                          <a:pt x="8552" y="8594"/>
                          <a:pt x="8278" y="8623"/>
                        </a:cubicBezTo>
                        <a:cubicBezTo>
                          <a:pt x="8278" y="8623"/>
                          <a:pt x="5514" y="8150"/>
                          <a:pt x="4399" y="9496"/>
                        </a:cubicBezTo>
                        <a:cubicBezTo>
                          <a:pt x="4399" y="9496"/>
                          <a:pt x="4238" y="9625"/>
                          <a:pt x="4558" y="9970"/>
                        </a:cubicBezTo>
                        <a:lnTo>
                          <a:pt x="7323" y="12615"/>
                        </a:lnTo>
                        <a:lnTo>
                          <a:pt x="0" y="21364"/>
                        </a:lnTo>
                        <a:lnTo>
                          <a:pt x="8503" y="13481"/>
                        </a:lnTo>
                        <a:lnTo>
                          <a:pt x="11365" y="15458"/>
                        </a:lnTo>
                        <a:cubicBezTo>
                          <a:pt x="11365" y="15458"/>
                          <a:pt x="12030" y="15658"/>
                          <a:pt x="12255" y="15416"/>
                        </a:cubicBezTo>
                        <a:cubicBezTo>
                          <a:pt x="12481" y="15172"/>
                          <a:pt x="13257" y="13981"/>
                          <a:pt x="12676" y="12077"/>
                        </a:cubicBezTo>
                        <a:cubicBezTo>
                          <a:pt x="12676" y="12077"/>
                          <a:pt x="12594" y="11776"/>
                          <a:pt x="12804" y="11459"/>
                        </a:cubicBezTo>
                        <a:cubicBezTo>
                          <a:pt x="13014" y="11144"/>
                          <a:pt x="18171" y="5798"/>
                          <a:pt x="18171" y="5798"/>
                        </a:cubicBezTo>
                        <a:cubicBezTo>
                          <a:pt x="18171" y="5798"/>
                          <a:pt x="18382" y="5613"/>
                          <a:pt x="18641" y="5683"/>
                        </a:cubicBezTo>
                        <a:cubicBezTo>
                          <a:pt x="18641" y="5683"/>
                          <a:pt x="20854" y="5352"/>
                          <a:pt x="21210" y="4794"/>
                        </a:cubicBezTo>
                        <a:cubicBezTo>
                          <a:pt x="21210" y="4794"/>
                          <a:pt x="21600" y="4623"/>
                          <a:pt x="21260" y="4222"/>
                        </a:cubicBezTo>
                        <a:close/>
                        <a:moveTo>
                          <a:pt x="21260" y="42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22" name="Group 88"/>
              <p:cNvGrpSpPr/>
              <p:nvPr/>
            </p:nvGrpSpPr>
            <p:grpSpPr bwMode="auto">
              <a:xfrm>
                <a:off x="395" y="2402"/>
                <a:ext cx="641" cy="753"/>
                <a:chOff x="0" y="0"/>
                <a:chExt cx="640" cy="753"/>
              </a:xfrm>
            </p:grpSpPr>
            <p:sp>
              <p:nvSpPr>
                <p:cNvPr id="24" name="Freeform: Shape 90"/>
                <p:cNvSpPr/>
                <p:nvPr/>
              </p:nvSpPr>
              <p:spPr bwMode="auto">
                <a:xfrm>
                  <a:off x="135" y="0"/>
                  <a:ext cx="505" cy="75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090" y="2505"/>
                      </a:moveTo>
                      <a:lnTo>
                        <a:pt x="18791" y="2505"/>
                      </a:lnTo>
                      <a:lnTo>
                        <a:pt x="18791" y="17720"/>
                      </a:lnTo>
                      <a:lnTo>
                        <a:pt x="3090" y="17720"/>
                      </a:lnTo>
                      <a:cubicBezTo>
                        <a:pt x="3090" y="17720"/>
                        <a:pt x="3090" y="2505"/>
                        <a:pt x="3090" y="2505"/>
                      </a:cubicBezTo>
                      <a:close/>
                      <a:moveTo>
                        <a:pt x="9407" y="19890"/>
                      </a:moveTo>
                      <a:cubicBezTo>
                        <a:pt x="9407" y="19374"/>
                        <a:pt x="10031" y="18955"/>
                        <a:pt x="10801" y="18955"/>
                      </a:cubicBezTo>
                      <a:cubicBezTo>
                        <a:pt x="11571" y="18955"/>
                        <a:pt x="12193" y="19374"/>
                        <a:pt x="12193" y="19890"/>
                      </a:cubicBezTo>
                      <a:cubicBezTo>
                        <a:pt x="12193" y="20406"/>
                        <a:pt x="11571" y="20825"/>
                        <a:pt x="10801" y="20825"/>
                      </a:cubicBezTo>
                      <a:cubicBezTo>
                        <a:pt x="10031" y="20825"/>
                        <a:pt x="9407" y="20406"/>
                        <a:pt x="9407" y="19890"/>
                      </a:cubicBezTo>
                      <a:close/>
                      <a:moveTo>
                        <a:pt x="0" y="2345"/>
                      </a:moveTo>
                      <a:lnTo>
                        <a:pt x="0" y="19255"/>
                      </a:lnTo>
                      <a:cubicBezTo>
                        <a:pt x="0" y="20551"/>
                        <a:pt x="1565" y="21600"/>
                        <a:pt x="3495" y="21600"/>
                      </a:cubicBezTo>
                      <a:lnTo>
                        <a:pt x="18107" y="21600"/>
                      </a:lnTo>
                      <a:cubicBezTo>
                        <a:pt x="20038" y="21600"/>
                        <a:pt x="21600" y="20551"/>
                        <a:pt x="21600" y="19255"/>
                      </a:cubicBezTo>
                      <a:lnTo>
                        <a:pt x="21600" y="2345"/>
                      </a:lnTo>
                      <a:cubicBezTo>
                        <a:pt x="21600" y="1049"/>
                        <a:pt x="20038" y="0"/>
                        <a:pt x="18107" y="0"/>
                      </a:cubicBezTo>
                      <a:lnTo>
                        <a:pt x="3495" y="0"/>
                      </a:lnTo>
                      <a:cubicBezTo>
                        <a:pt x="1565" y="0"/>
                        <a:pt x="0" y="1049"/>
                        <a:pt x="0" y="2345"/>
                      </a:cubicBezTo>
                      <a:close/>
                      <a:moveTo>
                        <a:pt x="0" y="234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5" name="Freeform: Shape 91"/>
                <p:cNvSpPr/>
                <p:nvPr/>
              </p:nvSpPr>
              <p:spPr bwMode="auto">
                <a:xfrm>
                  <a:off x="0" y="75"/>
                  <a:ext cx="60" cy="59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10804" y="21091"/>
                      </a:moveTo>
                      <a:cubicBezTo>
                        <a:pt x="8877" y="21091"/>
                        <a:pt x="7313" y="20932"/>
                        <a:pt x="7313" y="20738"/>
                      </a:cubicBezTo>
                      <a:lnTo>
                        <a:pt x="7313" y="20170"/>
                      </a:lnTo>
                      <a:cubicBezTo>
                        <a:pt x="8416" y="20209"/>
                        <a:pt x="9576" y="20234"/>
                        <a:pt x="10804" y="20234"/>
                      </a:cubicBezTo>
                      <a:cubicBezTo>
                        <a:pt x="12027" y="20234"/>
                        <a:pt x="13187" y="20209"/>
                        <a:pt x="14287" y="20170"/>
                      </a:cubicBezTo>
                      <a:lnTo>
                        <a:pt x="14287" y="20738"/>
                      </a:lnTo>
                      <a:cubicBezTo>
                        <a:pt x="14287" y="20932"/>
                        <a:pt x="12723" y="21091"/>
                        <a:pt x="10804" y="21091"/>
                      </a:cubicBezTo>
                      <a:close/>
                      <a:moveTo>
                        <a:pt x="8858" y="127"/>
                      </a:moveTo>
                      <a:lnTo>
                        <a:pt x="8858" y="567"/>
                      </a:lnTo>
                      <a:cubicBezTo>
                        <a:pt x="6504" y="649"/>
                        <a:pt x="4802" y="874"/>
                        <a:pt x="4802" y="1140"/>
                      </a:cubicBezTo>
                      <a:lnTo>
                        <a:pt x="4802" y="1530"/>
                      </a:lnTo>
                      <a:cubicBezTo>
                        <a:pt x="1909" y="1729"/>
                        <a:pt x="0" y="2068"/>
                        <a:pt x="0" y="2452"/>
                      </a:cubicBezTo>
                      <a:lnTo>
                        <a:pt x="0" y="19124"/>
                      </a:lnTo>
                      <a:cubicBezTo>
                        <a:pt x="0" y="19381"/>
                        <a:pt x="890" y="19615"/>
                        <a:pt x="2320" y="19804"/>
                      </a:cubicBezTo>
                      <a:cubicBezTo>
                        <a:pt x="2315" y="19814"/>
                        <a:pt x="2289" y="19824"/>
                        <a:pt x="2289" y="19835"/>
                      </a:cubicBezTo>
                      <a:lnTo>
                        <a:pt x="2289" y="20738"/>
                      </a:lnTo>
                      <a:cubicBezTo>
                        <a:pt x="2289" y="21213"/>
                        <a:pt x="6106" y="21600"/>
                        <a:pt x="10804" y="21600"/>
                      </a:cubicBezTo>
                      <a:cubicBezTo>
                        <a:pt x="15496" y="21600"/>
                        <a:pt x="19311" y="21213"/>
                        <a:pt x="19311" y="20738"/>
                      </a:cubicBezTo>
                      <a:lnTo>
                        <a:pt x="19311" y="19835"/>
                      </a:lnTo>
                      <a:cubicBezTo>
                        <a:pt x="19311" y="19824"/>
                        <a:pt x="19288" y="19814"/>
                        <a:pt x="19283" y="19804"/>
                      </a:cubicBezTo>
                      <a:cubicBezTo>
                        <a:pt x="20712" y="19615"/>
                        <a:pt x="21600" y="19381"/>
                        <a:pt x="21600" y="19124"/>
                      </a:cubicBezTo>
                      <a:lnTo>
                        <a:pt x="21600" y="2452"/>
                      </a:lnTo>
                      <a:cubicBezTo>
                        <a:pt x="21600" y="2068"/>
                        <a:pt x="19691" y="1729"/>
                        <a:pt x="16795" y="1530"/>
                      </a:cubicBezTo>
                      <a:lnTo>
                        <a:pt x="16795" y="1140"/>
                      </a:lnTo>
                      <a:cubicBezTo>
                        <a:pt x="16795" y="824"/>
                        <a:pt x="14415" y="568"/>
                        <a:pt x="11372" y="538"/>
                      </a:cubicBezTo>
                      <a:lnTo>
                        <a:pt x="11372" y="127"/>
                      </a:lnTo>
                      <a:cubicBezTo>
                        <a:pt x="11372" y="57"/>
                        <a:pt x="10812" y="0"/>
                        <a:pt x="10115" y="0"/>
                      </a:cubicBezTo>
                      <a:cubicBezTo>
                        <a:pt x="9421" y="0"/>
                        <a:pt x="8858" y="57"/>
                        <a:pt x="8858" y="127"/>
                      </a:cubicBezTo>
                      <a:close/>
                      <a:moveTo>
                        <a:pt x="8858" y="127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3" name="Freeform: Shape 89"/>
              <p:cNvSpPr/>
              <p:nvPr/>
            </p:nvSpPr>
            <p:spPr bwMode="auto">
              <a:xfrm>
                <a:off x="1244" y="2087"/>
                <a:ext cx="501" cy="562"/>
              </a:xfrm>
              <a:custGeom>
                <a:avLst/>
                <a:gdLst/>
                <a:ahLst/>
                <a:cxnLst/>
                <a:rect l="0" t="0" r="r" b="b"/>
                <a:pathLst>
                  <a:path w="21399" h="21364">
                    <a:moveTo>
                      <a:pt x="21260" y="4222"/>
                    </a:moveTo>
                    <a:cubicBezTo>
                      <a:pt x="21260" y="4222"/>
                      <a:pt x="18075" y="682"/>
                      <a:pt x="15617" y="79"/>
                    </a:cubicBezTo>
                    <a:cubicBezTo>
                      <a:pt x="15617" y="79"/>
                      <a:pt x="15019" y="-236"/>
                      <a:pt x="14955" y="395"/>
                    </a:cubicBezTo>
                    <a:cubicBezTo>
                      <a:pt x="14955" y="395"/>
                      <a:pt x="14761" y="1914"/>
                      <a:pt x="14761" y="2258"/>
                    </a:cubicBezTo>
                    <a:cubicBezTo>
                      <a:pt x="14761" y="2258"/>
                      <a:pt x="14924" y="2373"/>
                      <a:pt x="14502" y="2774"/>
                    </a:cubicBezTo>
                    <a:cubicBezTo>
                      <a:pt x="14081" y="3176"/>
                      <a:pt x="8909" y="8365"/>
                      <a:pt x="8909" y="8365"/>
                    </a:cubicBezTo>
                    <a:cubicBezTo>
                      <a:pt x="8909" y="8365"/>
                      <a:pt x="8552" y="8594"/>
                      <a:pt x="8278" y="8623"/>
                    </a:cubicBezTo>
                    <a:cubicBezTo>
                      <a:pt x="8278" y="8623"/>
                      <a:pt x="5514" y="8150"/>
                      <a:pt x="4399" y="9496"/>
                    </a:cubicBezTo>
                    <a:cubicBezTo>
                      <a:pt x="4399" y="9496"/>
                      <a:pt x="4238" y="9625"/>
                      <a:pt x="4558" y="9970"/>
                    </a:cubicBezTo>
                    <a:lnTo>
                      <a:pt x="7323" y="12615"/>
                    </a:lnTo>
                    <a:lnTo>
                      <a:pt x="0" y="21364"/>
                    </a:lnTo>
                    <a:lnTo>
                      <a:pt x="8503" y="13481"/>
                    </a:lnTo>
                    <a:lnTo>
                      <a:pt x="11365" y="15458"/>
                    </a:lnTo>
                    <a:cubicBezTo>
                      <a:pt x="11365" y="15458"/>
                      <a:pt x="12030" y="15658"/>
                      <a:pt x="12255" y="15416"/>
                    </a:cubicBezTo>
                    <a:cubicBezTo>
                      <a:pt x="12481" y="15172"/>
                      <a:pt x="13257" y="13981"/>
                      <a:pt x="12676" y="12077"/>
                    </a:cubicBezTo>
                    <a:cubicBezTo>
                      <a:pt x="12676" y="12077"/>
                      <a:pt x="12594" y="11776"/>
                      <a:pt x="12804" y="11459"/>
                    </a:cubicBezTo>
                    <a:cubicBezTo>
                      <a:pt x="13014" y="11144"/>
                      <a:pt x="18171" y="5798"/>
                      <a:pt x="18171" y="5798"/>
                    </a:cubicBezTo>
                    <a:cubicBezTo>
                      <a:pt x="18171" y="5798"/>
                      <a:pt x="18382" y="5613"/>
                      <a:pt x="18641" y="5683"/>
                    </a:cubicBezTo>
                    <a:cubicBezTo>
                      <a:pt x="18641" y="5683"/>
                      <a:pt x="20854" y="5352"/>
                      <a:pt x="21210" y="4794"/>
                    </a:cubicBezTo>
                    <a:cubicBezTo>
                      <a:pt x="21210" y="4794"/>
                      <a:pt x="21600" y="4623"/>
                      <a:pt x="21260" y="4222"/>
                    </a:cubicBezTo>
                    <a:close/>
                    <a:moveTo>
                      <a:pt x="21260" y="4222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5" name="Freeform: Shape 129"/>
            <p:cNvSpPr/>
            <p:nvPr/>
          </p:nvSpPr>
          <p:spPr bwMode="auto">
            <a:xfrm>
              <a:off x="1771650" y="3663950"/>
              <a:ext cx="1066800" cy="5969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Freeform: Shape 130"/>
            <p:cNvSpPr/>
            <p:nvPr/>
          </p:nvSpPr>
          <p:spPr bwMode="auto">
            <a:xfrm flipH="1">
              <a:off x="8870950" y="3663950"/>
              <a:ext cx="1416050" cy="7937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Freeform: Shape 131"/>
            <p:cNvSpPr/>
            <p:nvPr/>
          </p:nvSpPr>
          <p:spPr bwMode="auto">
            <a:xfrm flipH="1">
              <a:off x="9448800" y="300355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Freeform: Shape 132"/>
            <p:cNvSpPr/>
            <p:nvPr/>
          </p:nvSpPr>
          <p:spPr bwMode="auto">
            <a:xfrm flipH="1">
              <a:off x="2755900" y="198120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Freeform: Shape 133"/>
            <p:cNvSpPr/>
            <p:nvPr/>
          </p:nvSpPr>
          <p:spPr bwMode="auto">
            <a:xfrm>
              <a:off x="8147050" y="1670050"/>
              <a:ext cx="558800" cy="3111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1" y="17656"/>
                    <a:pt x="20961" y="14207"/>
                  </a:cubicBezTo>
                  <a:cubicBezTo>
                    <a:pt x="20961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528" y="647098"/>
            <a:ext cx="2647206" cy="77252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323528" y="1635646"/>
            <a:ext cx="7920880" cy="19446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7" Type="http://schemas.openxmlformats.org/officeDocument/2006/relationships/notesSlide" Target="../notesSlides/notesSlide14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0" Type="http://schemas.openxmlformats.org/officeDocument/2006/relationships/notesSlide" Target="../notesSlides/notesSlide15.xml"/><Relationship Id="rId1" Type="http://schemas.openxmlformats.org/officeDocument/2006/relationships/tags" Target="../tags/tag3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9" Type="http://schemas.openxmlformats.org/officeDocument/2006/relationships/notesSlide" Target="../notesSlides/notesSlide17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71775" y="1851660"/>
            <a:ext cx="6065520" cy="1290955"/>
          </a:xfrm>
        </p:spPr>
        <p:txBody>
          <a:bodyPr/>
          <a:lstStyle/>
          <a:p>
            <a:r>
              <a:rPr lang="zh-CN" altLang="en-US" sz="4000" dirty="0"/>
              <a:t>数据库系统</a:t>
            </a:r>
            <a:r>
              <a:rPr lang="zh-CN" altLang="en-US" sz="4000" dirty="0"/>
              <a:t>原理课程辅导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91630"/>
            <a:ext cx="9144000" cy="26575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39552" y="567721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考试题型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662940" y="1707515"/>
            <a:ext cx="8229600" cy="206375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一、单选题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2*10=20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二、简答题，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4*5=20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二、分析设计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题，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25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三、关系代数和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35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9" name="12e39570-2ca2-4385-93f6-edd7bf09cd77"/>
          <p:cNvGrpSpPr>
            <a:grpSpLocks noChangeAspect="1"/>
          </p:cNvGrpSpPr>
          <p:nvPr/>
        </p:nvGrpSpPr>
        <p:grpSpPr>
          <a:xfrm>
            <a:off x="6253834" y="1923678"/>
            <a:ext cx="2278606" cy="849411"/>
            <a:chOff x="1771650" y="1393032"/>
            <a:chExt cx="8515350" cy="3143249"/>
          </a:xfrm>
        </p:grpSpPr>
        <p:grpSp>
          <p:nvGrpSpPr>
            <p:cNvPr id="80" name="Group 85"/>
            <p:cNvGrpSpPr/>
            <p:nvPr/>
          </p:nvGrpSpPr>
          <p:grpSpPr bwMode="auto">
            <a:xfrm>
              <a:off x="3199607" y="1393032"/>
              <a:ext cx="5595141" cy="3143249"/>
              <a:chOff x="0" y="0"/>
              <a:chExt cx="7048" cy="3960"/>
            </a:xfrm>
          </p:grpSpPr>
          <p:sp>
            <p:nvSpPr>
              <p:cNvPr id="86" name="Freeform: Shape 86"/>
              <p:cNvSpPr/>
              <p:nvPr/>
            </p:nvSpPr>
            <p:spPr bwMode="auto">
              <a:xfrm>
                <a:off x="2619" y="2647"/>
                <a:ext cx="907" cy="863"/>
              </a:xfrm>
              <a:custGeom>
                <a:avLst/>
                <a:gdLst/>
                <a:ahLst/>
                <a:cxnLst/>
                <a:rect l="0" t="0" r="r" b="b"/>
                <a:pathLst>
                  <a:path w="20897" h="21600">
                    <a:moveTo>
                      <a:pt x="134" y="12228"/>
                    </a:moveTo>
                    <a:cubicBezTo>
                      <a:pt x="-591" y="8124"/>
                      <a:pt x="1868" y="7177"/>
                      <a:pt x="1868" y="7177"/>
                    </a:cubicBezTo>
                    <a:cubicBezTo>
                      <a:pt x="1868" y="7177"/>
                      <a:pt x="2735" y="0"/>
                      <a:pt x="10369" y="0"/>
                    </a:cubicBezTo>
                    <a:cubicBezTo>
                      <a:pt x="18002" y="0"/>
                      <a:pt x="18580" y="7111"/>
                      <a:pt x="18580" y="7111"/>
                    </a:cubicBezTo>
                    <a:cubicBezTo>
                      <a:pt x="18580" y="7111"/>
                      <a:pt x="21009" y="8042"/>
                      <a:pt x="20894" y="11431"/>
                    </a:cubicBezTo>
                    <a:cubicBezTo>
                      <a:pt x="20894" y="16881"/>
                      <a:pt x="17712" y="17679"/>
                      <a:pt x="17712" y="17679"/>
                    </a:cubicBezTo>
                    <a:cubicBezTo>
                      <a:pt x="15920" y="17679"/>
                      <a:pt x="15804" y="16017"/>
                      <a:pt x="15804" y="16017"/>
                    </a:cubicBezTo>
                    <a:cubicBezTo>
                      <a:pt x="15804" y="16017"/>
                      <a:pt x="15804" y="10900"/>
                      <a:pt x="15804" y="9238"/>
                    </a:cubicBezTo>
                    <a:cubicBezTo>
                      <a:pt x="15804" y="7576"/>
                      <a:pt x="17582" y="7332"/>
                      <a:pt x="17582" y="7332"/>
                    </a:cubicBezTo>
                    <a:cubicBezTo>
                      <a:pt x="17582" y="5805"/>
                      <a:pt x="14590" y="822"/>
                      <a:pt x="10369" y="822"/>
                    </a:cubicBezTo>
                    <a:cubicBezTo>
                      <a:pt x="6147" y="822"/>
                      <a:pt x="3319" y="5716"/>
                      <a:pt x="3260" y="7376"/>
                    </a:cubicBezTo>
                    <a:cubicBezTo>
                      <a:pt x="4778" y="7069"/>
                      <a:pt x="4991" y="8641"/>
                      <a:pt x="4991" y="8641"/>
                    </a:cubicBezTo>
                    <a:cubicBezTo>
                      <a:pt x="4991" y="8641"/>
                      <a:pt x="4991" y="12095"/>
                      <a:pt x="4991" y="14090"/>
                    </a:cubicBezTo>
                    <a:cubicBezTo>
                      <a:pt x="4991" y="16084"/>
                      <a:pt x="4644" y="16682"/>
                      <a:pt x="3835" y="16814"/>
                    </a:cubicBezTo>
                    <a:cubicBezTo>
                      <a:pt x="4110" y="18259"/>
                      <a:pt x="6227" y="19045"/>
                      <a:pt x="6227" y="19045"/>
                    </a:cubicBezTo>
                    <a:lnTo>
                      <a:pt x="7039" y="19260"/>
                    </a:lnTo>
                    <a:cubicBezTo>
                      <a:pt x="7240" y="18538"/>
                      <a:pt x="7823" y="18011"/>
                      <a:pt x="8518" y="18011"/>
                    </a:cubicBezTo>
                    <a:cubicBezTo>
                      <a:pt x="9381" y="18011"/>
                      <a:pt x="10080" y="18814"/>
                      <a:pt x="10080" y="19805"/>
                    </a:cubicBezTo>
                    <a:cubicBezTo>
                      <a:pt x="10080" y="20797"/>
                      <a:pt x="9381" y="21600"/>
                      <a:pt x="8518" y="21600"/>
                    </a:cubicBezTo>
                    <a:cubicBezTo>
                      <a:pt x="7882" y="21600"/>
                      <a:pt x="6991" y="21120"/>
                      <a:pt x="7040" y="19962"/>
                    </a:cubicBezTo>
                    <a:lnTo>
                      <a:pt x="7008" y="19867"/>
                    </a:lnTo>
                    <a:cubicBezTo>
                      <a:pt x="5233" y="19736"/>
                      <a:pt x="3559" y="18094"/>
                      <a:pt x="3120" y="17014"/>
                    </a:cubicBezTo>
                    <a:cubicBezTo>
                      <a:pt x="3120" y="17014"/>
                      <a:pt x="1030" y="17301"/>
                      <a:pt x="134" y="12228"/>
                    </a:cubicBezTo>
                    <a:close/>
                    <a:moveTo>
                      <a:pt x="134" y="12228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87" name="Group 87"/>
              <p:cNvGrpSpPr/>
              <p:nvPr/>
            </p:nvGrpSpPr>
            <p:grpSpPr bwMode="auto">
              <a:xfrm>
                <a:off x="0" y="0"/>
                <a:ext cx="7048" cy="3960"/>
                <a:chOff x="0" y="0"/>
                <a:chExt cx="7048" cy="3960"/>
              </a:xfrm>
            </p:grpSpPr>
            <p:sp>
              <p:nvSpPr>
                <p:cNvPr id="92" name="Freeform: Shape 92"/>
                <p:cNvSpPr/>
                <p:nvPr/>
              </p:nvSpPr>
              <p:spPr bwMode="auto">
                <a:xfrm>
                  <a:off x="0" y="0"/>
                  <a:ext cx="7048" cy="39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434" y="10484"/>
                      </a:moveTo>
                      <a:cubicBezTo>
                        <a:pt x="1893" y="10484"/>
                        <a:pt x="639" y="12721"/>
                        <a:pt x="639" y="15471"/>
                      </a:cubicBezTo>
                      <a:cubicBezTo>
                        <a:pt x="639" y="18223"/>
                        <a:pt x="1893" y="20461"/>
                        <a:pt x="3434" y="20461"/>
                      </a:cubicBezTo>
                      <a:lnTo>
                        <a:pt x="17456" y="20461"/>
                      </a:lnTo>
                      <a:cubicBezTo>
                        <a:pt x="19389" y="20461"/>
                        <a:pt x="20962" y="17656"/>
                        <a:pt x="20962" y="14207"/>
                      </a:cubicBezTo>
                      <a:cubicBezTo>
                        <a:pt x="20962" y="10762"/>
                        <a:pt x="19389" y="7960"/>
                        <a:pt x="17456" y="7960"/>
                      </a:cubicBezTo>
                      <a:cubicBezTo>
                        <a:pt x="17314" y="7960"/>
                        <a:pt x="17162" y="7980"/>
                        <a:pt x="16978" y="8025"/>
                      </a:cubicBezTo>
                      <a:cubicBezTo>
                        <a:pt x="16886" y="8047"/>
                        <a:pt x="16794" y="7997"/>
                        <a:pt x="16725" y="7889"/>
                      </a:cubicBezTo>
                      <a:cubicBezTo>
                        <a:pt x="16655" y="7781"/>
                        <a:pt x="16616" y="7625"/>
                        <a:pt x="16616" y="7461"/>
                      </a:cubicBezTo>
                      <a:cubicBezTo>
                        <a:pt x="16616" y="7423"/>
                        <a:pt x="16617" y="7392"/>
                        <a:pt x="16618" y="7372"/>
                      </a:cubicBezTo>
                      <a:cubicBezTo>
                        <a:pt x="16613" y="3933"/>
                        <a:pt x="15042" y="1139"/>
                        <a:pt x="13113" y="1139"/>
                      </a:cubicBezTo>
                      <a:cubicBezTo>
                        <a:pt x="11481" y="1139"/>
                        <a:pt x="10042" y="3203"/>
                        <a:pt x="9691" y="6047"/>
                      </a:cubicBezTo>
                      <a:cubicBezTo>
                        <a:pt x="9667" y="6237"/>
                        <a:pt x="9591" y="6393"/>
                        <a:pt x="9489" y="6460"/>
                      </a:cubicBezTo>
                      <a:cubicBezTo>
                        <a:pt x="9386" y="6526"/>
                        <a:pt x="9272" y="6495"/>
                        <a:pt x="9185" y="6377"/>
                      </a:cubicBezTo>
                      <a:cubicBezTo>
                        <a:pt x="8694" y="5708"/>
                        <a:pt x="8110" y="5355"/>
                        <a:pt x="7496" y="5355"/>
                      </a:cubicBezTo>
                      <a:cubicBezTo>
                        <a:pt x="5975" y="5355"/>
                        <a:pt x="4748" y="7481"/>
                        <a:pt x="4703" y="10197"/>
                      </a:cubicBezTo>
                      <a:cubicBezTo>
                        <a:pt x="4700" y="10375"/>
                        <a:pt x="4650" y="10541"/>
                        <a:pt x="4568" y="10645"/>
                      </a:cubicBezTo>
                      <a:cubicBezTo>
                        <a:pt x="4486" y="10748"/>
                        <a:pt x="4382" y="10776"/>
                        <a:pt x="4286" y="10722"/>
                      </a:cubicBezTo>
                      <a:cubicBezTo>
                        <a:pt x="4010" y="10564"/>
                        <a:pt x="3723" y="10484"/>
                        <a:pt x="3434" y="10484"/>
                      </a:cubicBezTo>
                      <a:close/>
                      <a:moveTo>
                        <a:pt x="17456" y="21600"/>
                      </a:moveTo>
                      <a:lnTo>
                        <a:pt x="3434" y="21600"/>
                      </a:lnTo>
                      <a:cubicBezTo>
                        <a:pt x="1540" y="21600"/>
                        <a:pt x="0" y="18851"/>
                        <a:pt x="0" y="15471"/>
                      </a:cubicBezTo>
                      <a:cubicBezTo>
                        <a:pt x="0" y="12093"/>
                        <a:pt x="1540" y="9345"/>
                        <a:pt x="3434" y="9345"/>
                      </a:cubicBezTo>
                      <a:cubicBezTo>
                        <a:pt x="3658" y="9345"/>
                        <a:pt x="3880" y="9384"/>
                        <a:pt x="4099" y="9461"/>
                      </a:cubicBezTo>
                      <a:cubicBezTo>
                        <a:pt x="4206" y="8130"/>
                        <a:pt x="4555" y="6903"/>
                        <a:pt x="5102" y="5952"/>
                      </a:cubicBezTo>
                      <a:cubicBezTo>
                        <a:pt x="5745" y="4832"/>
                        <a:pt x="6596" y="4216"/>
                        <a:pt x="7496" y="4216"/>
                      </a:cubicBezTo>
                      <a:cubicBezTo>
                        <a:pt x="8097" y="4216"/>
                        <a:pt x="8675" y="4491"/>
                        <a:pt x="9190" y="5018"/>
                      </a:cubicBezTo>
                      <a:cubicBezTo>
                        <a:pt x="9440" y="3711"/>
                        <a:pt x="9894" y="2538"/>
                        <a:pt x="10499" y="1658"/>
                      </a:cubicBezTo>
                      <a:cubicBezTo>
                        <a:pt x="11235" y="589"/>
                        <a:pt x="12163" y="0"/>
                        <a:pt x="13113" y="0"/>
                      </a:cubicBezTo>
                      <a:cubicBezTo>
                        <a:pt x="15293" y="0"/>
                        <a:pt x="17085" y="3017"/>
                        <a:pt x="17245" y="6833"/>
                      </a:cubicBezTo>
                      <a:cubicBezTo>
                        <a:pt x="17318" y="6825"/>
                        <a:pt x="17388" y="6821"/>
                        <a:pt x="17456" y="6821"/>
                      </a:cubicBezTo>
                      <a:cubicBezTo>
                        <a:pt x="19741" y="6821"/>
                        <a:pt x="21600" y="10135"/>
                        <a:pt x="21600" y="14207"/>
                      </a:cubicBezTo>
                      <a:cubicBezTo>
                        <a:pt x="21600" y="18284"/>
                        <a:pt x="19741" y="21600"/>
                        <a:pt x="17456" y="21600"/>
                      </a:cubicBezTo>
                      <a:close/>
                      <a:moveTo>
                        <a:pt x="17456" y="21600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3" name="Group 93"/>
                <p:cNvGrpSpPr/>
                <p:nvPr/>
              </p:nvGrpSpPr>
              <p:grpSpPr bwMode="auto">
                <a:xfrm>
                  <a:off x="2672" y="1617"/>
                  <a:ext cx="1203" cy="889"/>
                  <a:chOff x="0" y="0"/>
                  <a:chExt cx="1203" cy="889"/>
                </a:xfrm>
              </p:grpSpPr>
              <p:sp>
                <p:nvSpPr>
                  <p:cNvPr id="117" name="Freeform: Shape 117"/>
                  <p:cNvSpPr/>
                  <p:nvPr/>
                </p:nvSpPr>
                <p:spPr bwMode="auto">
                  <a:xfrm>
                    <a:off x="669" y="0"/>
                    <a:ext cx="534" cy="53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220" h="21401">
                        <a:moveTo>
                          <a:pt x="7221" y="9354"/>
                        </a:moveTo>
                        <a:cubicBezTo>
                          <a:pt x="7968" y="7474"/>
                          <a:pt x="10089" y="6557"/>
                          <a:pt x="11961" y="7310"/>
                        </a:cubicBezTo>
                        <a:cubicBezTo>
                          <a:pt x="13830" y="8062"/>
                          <a:pt x="14740" y="10198"/>
                          <a:pt x="13992" y="12078"/>
                        </a:cubicBezTo>
                        <a:cubicBezTo>
                          <a:pt x="13245" y="13959"/>
                          <a:pt x="11121" y="14873"/>
                          <a:pt x="9253" y="14122"/>
                        </a:cubicBezTo>
                        <a:cubicBezTo>
                          <a:pt x="7381" y="13369"/>
                          <a:pt x="6474" y="11235"/>
                          <a:pt x="7221" y="9354"/>
                        </a:cubicBezTo>
                        <a:close/>
                        <a:moveTo>
                          <a:pt x="16" y="7854"/>
                        </a:moveTo>
                        <a:cubicBezTo>
                          <a:pt x="16" y="7854"/>
                          <a:pt x="-143" y="8219"/>
                          <a:pt x="536" y="8520"/>
                        </a:cubicBezTo>
                        <a:lnTo>
                          <a:pt x="2237" y="9499"/>
                        </a:lnTo>
                        <a:cubicBezTo>
                          <a:pt x="2237" y="9499"/>
                          <a:pt x="2742" y="9769"/>
                          <a:pt x="2792" y="10552"/>
                        </a:cubicBezTo>
                        <a:cubicBezTo>
                          <a:pt x="2792" y="10552"/>
                          <a:pt x="2978" y="11523"/>
                          <a:pt x="2611" y="11806"/>
                        </a:cubicBezTo>
                        <a:lnTo>
                          <a:pt x="354" y="13334"/>
                        </a:lnTo>
                        <a:cubicBezTo>
                          <a:pt x="354" y="13334"/>
                          <a:pt x="-85" y="13533"/>
                          <a:pt x="74" y="14105"/>
                        </a:cubicBezTo>
                        <a:lnTo>
                          <a:pt x="1005" y="16181"/>
                        </a:lnTo>
                        <a:cubicBezTo>
                          <a:pt x="1005" y="16181"/>
                          <a:pt x="1382" y="16641"/>
                          <a:pt x="1834" y="16407"/>
                        </a:cubicBezTo>
                        <a:lnTo>
                          <a:pt x="3675" y="15863"/>
                        </a:lnTo>
                        <a:cubicBezTo>
                          <a:pt x="3675" y="15863"/>
                          <a:pt x="4409" y="15556"/>
                          <a:pt x="5074" y="16293"/>
                        </a:cubicBezTo>
                        <a:cubicBezTo>
                          <a:pt x="5074" y="16293"/>
                          <a:pt x="5844" y="16936"/>
                          <a:pt x="5712" y="17566"/>
                        </a:cubicBezTo>
                        <a:lnTo>
                          <a:pt x="5149" y="19856"/>
                        </a:lnTo>
                        <a:cubicBezTo>
                          <a:pt x="5149" y="19856"/>
                          <a:pt x="4941" y="20377"/>
                          <a:pt x="5617" y="20622"/>
                        </a:cubicBezTo>
                        <a:lnTo>
                          <a:pt x="7511" y="21384"/>
                        </a:lnTo>
                        <a:cubicBezTo>
                          <a:pt x="7511" y="21384"/>
                          <a:pt x="8125" y="21510"/>
                          <a:pt x="8344" y="21062"/>
                        </a:cubicBezTo>
                        <a:lnTo>
                          <a:pt x="9366" y="19197"/>
                        </a:lnTo>
                        <a:cubicBezTo>
                          <a:pt x="9366" y="19197"/>
                          <a:pt x="9567" y="18620"/>
                          <a:pt x="10384" y="18575"/>
                        </a:cubicBezTo>
                        <a:cubicBezTo>
                          <a:pt x="10384" y="18575"/>
                          <a:pt x="11476" y="18305"/>
                          <a:pt x="11914" y="19016"/>
                        </a:cubicBezTo>
                        <a:lnTo>
                          <a:pt x="13125" y="20990"/>
                        </a:lnTo>
                        <a:cubicBezTo>
                          <a:pt x="13125" y="20990"/>
                          <a:pt x="13308" y="21467"/>
                          <a:pt x="14059" y="21286"/>
                        </a:cubicBezTo>
                        <a:lnTo>
                          <a:pt x="15843" y="20516"/>
                        </a:lnTo>
                        <a:cubicBezTo>
                          <a:pt x="15843" y="20516"/>
                          <a:pt x="16456" y="20214"/>
                          <a:pt x="16207" y="19565"/>
                        </a:cubicBezTo>
                        <a:lnTo>
                          <a:pt x="15652" y="17480"/>
                        </a:lnTo>
                        <a:cubicBezTo>
                          <a:pt x="15652" y="17480"/>
                          <a:pt x="15453" y="16944"/>
                          <a:pt x="16136" y="16294"/>
                        </a:cubicBezTo>
                        <a:cubicBezTo>
                          <a:pt x="16136" y="16294"/>
                          <a:pt x="16781" y="15443"/>
                          <a:pt x="17509" y="15655"/>
                        </a:cubicBezTo>
                        <a:lnTo>
                          <a:pt x="19586" y="16156"/>
                        </a:lnTo>
                        <a:cubicBezTo>
                          <a:pt x="19586" y="16156"/>
                          <a:pt x="20199" y="16389"/>
                          <a:pt x="20463" y="15759"/>
                        </a:cubicBezTo>
                        <a:lnTo>
                          <a:pt x="21152" y="13959"/>
                        </a:lnTo>
                        <a:cubicBezTo>
                          <a:pt x="21152" y="13959"/>
                          <a:pt x="21457" y="13293"/>
                          <a:pt x="20778" y="12926"/>
                        </a:cubicBezTo>
                        <a:lnTo>
                          <a:pt x="18801" y="11902"/>
                        </a:lnTo>
                        <a:cubicBezTo>
                          <a:pt x="18801" y="11902"/>
                          <a:pt x="18292" y="11376"/>
                          <a:pt x="18319" y="10704"/>
                        </a:cubicBezTo>
                        <a:cubicBezTo>
                          <a:pt x="18319" y="10704"/>
                          <a:pt x="18299" y="9652"/>
                          <a:pt x="18902" y="9372"/>
                        </a:cubicBezTo>
                        <a:lnTo>
                          <a:pt x="20739" y="8216"/>
                        </a:lnTo>
                        <a:cubicBezTo>
                          <a:pt x="20739" y="8216"/>
                          <a:pt x="21262" y="7864"/>
                          <a:pt x="21091" y="7372"/>
                        </a:cubicBezTo>
                        <a:lnTo>
                          <a:pt x="20125" y="5225"/>
                        </a:lnTo>
                        <a:cubicBezTo>
                          <a:pt x="20125" y="5225"/>
                          <a:pt x="19812" y="4871"/>
                          <a:pt x="19452" y="5025"/>
                        </a:cubicBezTo>
                        <a:lnTo>
                          <a:pt x="17026" y="5720"/>
                        </a:lnTo>
                        <a:cubicBezTo>
                          <a:pt x="17026" y="5720"/>
                          <a:pt x="16281" y="5653"/>
                          <a:pt x="15831" y="4976"/>
                        </a:cubicBezTo>
                        <a:cubicBezTo>
                          <a:pt x="15831" y="4976"/>
                          <a:pt x="15301" y="4334"/>
                          <a:pt x="15305" y="4055"/>
                        </a:cubicBezTo>
                        <a:cubicBezTo>
                          <a:pt x="15305" y="4055"/>
                          <a:pt x="15907" y="1671"/>
                          <a:pt x="15941" y="1551"/>
                        </a:cubicBezTo>
                        <a:cubicBezTo>
                          <a:pt x="15941" y="1551"/>
                          <a:pt x="16115" y="1046"/>
                          <a:pt x="15638" y="840"/>
                        </a:cubicBezTo>
                        <a:lnTo>
                          <a:pt x="13623" y="16"/>
                        </a:lnTo>
                        <a:cubicBezTo>
                          <a:pt x="13623" y="16"/>
                          <a:pt x="13158" y="-90"/>
                          <a:pt x="12976" y="238"/>
                        </a:cubicBezTo>
                        <a:lnTo>
                          <a:pt x="11589" y="2654"/>
                        </a:lnTo>
                        <a:cubicBezTo>
                          <a:pt x="11589" y="2654"/>
                          <a:pt x="11020" y="3013"/>
                          <a:pt x="10436" y="2940"/>
                        </a:cubicBezTo>
                        <a:cubicBezTo>
                          <a:pt x="10436" y="2940"/>
                          <a:pt x="9432" y="2790"/>
                          <a:pt x="9204" y="2457"/>
                        </a:cubicBezTo>
                        <a:lnTo>
                          <a:pt x="8028" y="524"/>
                        </a:lnTo>
                        <a:cubicBezTo>
                          <a:pt x="8028" y="524"/>
                          <a:pt x="7739" y="-87"/>
                          <a:pt x="7174" y="128"/>
                        </a:cubicBezTo>
                        <a:lnTo>
                          <a:pt x="5170" y="983"/>
                        </a:lnTo>
                        <a:cubicBezTo>
                          <a:pt x="5170" y="983"/>
                          <a:pt x="4766" y="1167"/>
                          <a:pt x="4889" y="1660"/>
                        </a:cubicBezTo>
                        <a:lnTo>
                          <a:pt x="5543" y="4064"/>
                        </a:lnTo>
                        <a:cubicBezTo>
                          <a:pt x="5543" y="4064"/>
                          <a:pt x="5806" y="4774"/>
                          <a:pt x="4817" y="5487"/>
                        </a:cubicBezTo>
                        <a:cubicBezTo>
                          <a:pt x="4817" y="5487"/>
                          <a:pt x="4223" y="6146"/>
                          <a:pt x="3267" y="5868"/>
                        </a:cubicBezTo>
                        <a:cubicBezTo>
                          <a:pt x="2314" y="5591"/>
                          <a:pt x="1443" y="5401"/>
                          <a:pt x="1443" y="5401"/>
                        </a:cubicBezTo>
                        <a:cubicBezTo>
                          <a:pt x="1443" y="5401"/>
                          <a:pt x="941" y="5227"/>
                          <a:pt x="722" y="5741"/>
                        </a:cubicBezTo>
                        <a:cubicBezTo>
                          <a:pt x="504" y="6256"/>
                          <a:pt x="16" y="7854"/>
                          <a:pt x="16" y="7854"/>
                        </a:cubicBezTo>
                        <a:close/>
                        <a:moveTo>
                          <a:pt x="16" y="7854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8" name="Freeform: Shape 118"/>
                  <p:cNvSpPr/>
                  <p:nvPr/>
                </p:nvSpPr>
                <p:spPr bwMode="auto">
                  <a:xfrm>
                    <a:off x="0" y="116"/>
                    <a:ext cx="773" cy="773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596" h="21562">
                        <a:moveTo>
                          <a:pt x="6714" y="10868"/>
                        </a:moveTo>
                        <a:cubicBezTo>
                          <a:pt x="6662" y="8613"/>
                          <a:pt x="8448" y="6742"/>
                          <a:pt x="10703" y="6691"/>
                        </a:cubicBezTo>
                        <a:cubicBezTo>
                          <a:pt x="12958" y="6638"/>
                          <a:pt x="14828" y="8426"/>
                          <a:pt x="14879" y="10682"/>
                        </a:cubicBezTo>
                        <a:cubicBezTo>
                          <a:pt x="14931" y="12938"/>
                          <a:pt x="13145" y="14808"/>
                          <a:pt x="10890" y="14860"/>
                        </a:cubicBezTo>
                        <a:cubicBezTo>
                          <a:pt x="8634" y="14912"/>
                          <a:pt x="6765" y="13124"/>
                          <a:pt x="6714" y="10868"/>
                        </a:cubicBezTo>
                        <a:close/>
                        <a:moveTo>
                          <a:pt x="170" y="12283"/>
                        </a:moveTo>
                        <a:cubicBezTo>
                          <a:pt x="170" y="12283"/>
                          <a:pt x="167" y="12671"/>
                          <a:pt x="893" y="12678"/>
                        </a:cubicBezTo>
                        <a:lnTo>
                          <a:pt x="2798" y="12901"/>
                        </a:lnTo>
                        <a:cubicBezTo>
                          <a:pt x="2798" y="12901"/>
                          <a:pt x="3356" y="12949"/>
                          <a:pt x="3698" y="13631"/>
                        </a:cubicBezTo>
                        <a:cubicBezTo>
                          <a:pt x="3698" y="13631"/>
                          <a:pt x="4237" y="14429"/>
                          <a:pt x="4016" y="14823"/>
                        </a:cubicBezTo>
                        <a:lnTo>
                          <a:pt x="2566" y="17058"/>
                        </a:lnTo>
                        <a:cubicBezTo>
                          <a:pt x="2566" y="17058"/>
                          <a:pt x="2247" y="17405"/>
                          <a:pt x="2608" y="17857"/>
                        </a:cubicBezTo>
                        <a:lnTo>
                          <a:pt x="4240" y="19357"/>
                        </a:lnTo>
                        <a:cubicBezTo>
                          <a:pt x="4240" y="19357"/>
                          <a:pt x="4755" y="19624"/>
                          <a:pt x="5073" y="19241"/>
                        </a:cubicBezTo>
                        <a:lnTo>
                          <a:pt x="6521" y="18046"/>
                        </a:lnTo>
                        <a:cubicBezTo>
                          <a:pt x="6521" y="18046"/>
                          <a:pt x="7066" y="17489"/>
                          <a:pt x="7946" y="17893"/>
                        </a:cubicBezTo>
                        <a:cubicBezTo>
                          <a:pt x="7946" y="17893"/>
                          <a:pt x="8884" y="18174"/>
                          <a:pt x="9007" y="18788"/>
                        </a:cubicBezTo>
                        <a:lnTo>
                          <a:pt x="9374" y="21057"/>
                        </a:lnTo>
                        <a:cubicBezTo>
                          <a:pt x="9374" y="21057"/>
                          <a:pt x="9386" y="21600"/>
                          <a:pt x="10087" y="21560"/>
                        </a:cubicBezTo>
                        <a:lnTo>
                          <a:pt x="12082" y="21515"/>
                        </a:lnTo>
                        <a:cubicBezTo>
                          <a:pt x="12082" y="21515"/>
                          <a:pt x="12686" y="21391"/>
                          <a:pt x="12710" y="20907"/>
                        </a:cubicBezTo>
                        <a:lnTo>
                          <a:pt x="12917" y="18845"/>
                        </a:lnTo>
                        <a:cubicBezTo>
                          <a:pt x="12917" y="18845"/>
                          <a:pt x="12880" y="18252"/>
                          <a:pt x="13598" y="17897"/>
                        </a:cubicBezTo>
                        <a:cubicBezTo>
                          <a:pt x="13598" y="17897"/>
                          <a:pt x="14478" y="17235"/>
                          <a:pt x="15142" y="17704"/>
                        </a:cubicBezTo>
                        <a:lnTo>
                          <a:pt x="16987" y="19005"/>
                        </a:lnTo>
                        <a:cubicBezTo>
                          <a:pt x="16987" y="19005"/>
                          <a:pt x="17334" y="19361"/>
                          <a:pt x="17941" y="18910"/>
                        </a:cubicBezTo>
                        <a:lnTo>
                          <a:pt x="19252" y="17537"/>
                        </a:lnTo>
                        <a:cubicBezTo>
                          <a:pt x="19252" y="17537"/>
                          <a:pt x="19689" y="17030"/>
                          <a:pt x="19218" y="16544"/>
                        </a:cubicBezTo>
                        <a:lnTo>
                          <a:pt x="17922" y="14892"/>
                        </a:lnTo>
                        <a:cubicBezTo>
                          <a:pt x="17922" y="14892"/>
                          <a:pt x="17537" y="14489"/>
                          <a:pt x="17905" y="13645"/>
                        </a:cubicBezTo>
                        <a:cubicBezTo>
                          <a:pt x="17905" y="13645"/>
                          <a:pt x="18161" y="12634"/>
                          <a:pt x="18897" y="12544"/>
                        </a:cubicBezTo>
                        <a:lnTo>
                          <a:pt x="20958" y="12194"/>
                        </a:lnTo>
                        <a:cubicBezTo>
                          <a:pt x="20958" y="12194"/>
                          <a:pt x="21599" y="12168"/>
                          <a:pt x="21596" y="11502"/>
                        </a:cubicBezTo>
                        <a:lnTo>
                          <a:pt x="21528" y="9627"/>
                        </a:lnTo>
                        <a:cubicBezTo>
                          <a:pt x="21528" y="9627"/>
                          <a:pt x="21548" y="8912"/>
                          <a:pt x="20796" y="8844"/>
                        </a:cubicBezTo>
                        <a:lnTo>
                          <a:pt x="18628" y="8688"/>
                        </a:lnTo>
                        <a:cubicBezTo>
                          <a:pt x="18628" y="8688"/>
                          <a:pt x="17967" y="8413"/>
                          <a:pt x="17736" y="7801"/>
                        </a:cubicBezTo>
                        <a:cubicBezTo>
                          <a:pt x="17736" y="7801"/>
                          <a:pt x="17316" y="6867"/>
                          <a:pt x="17752" y="6384"/>
                        </a:cubicBezTo>
                        <a:lnTo>
                          <a:pt x="18963" y="4643"/>
                        </a:lnTo>
                        <a:cubicBezTo>
                          <a:pt x="18963" y="4643"/>
                          <a:pt x="19301" y="4127"/>
                          <a:pt x="18958" y="3753"/>
                        </a:cubicBezTo>
                        <a:lnTo>
                          <a:pt x="17270" y="2201"/>
                        </a:lnTo>
                        <a:cubicBezTo>
                          <a:pt x="17270" y="2201"/>
                          <a:pt x="16852" y="2004"/>
                          <a:pt x="16588" y="2281"/>
                        </a:cubicBezTo>
                        <a:lnTo>
                          <a:pt x="14669" y="3835"/>
                        </a:lnTo>
                        <a:cubicBezTo>
                          <a:pt x="14669" y="3835"/>
                          <a:pt x="13972" y="4062"/>
                          <a:pt x="13308" y="3629"/>
                        </a:cubicBezTo>
                        <a:cubicBezTo>
                          <a:pt x="13308" y="3629"/>
                          <a:pt x="12586" y="3258"/>
                          <a:pt x="12483" y="3006"/>
                        </a:cubicBezTo>
                        <a:cubicBezTo>
                          <a:pt x="12483" y="3006"/>
                          <a:pt x="12115" y="641"/>
                          <a:pt x="12099" y="520"/>
                        </a:cubicBezTo>
                        <a:cubicBezTo>
                          <a:pt x="12099" y="520"/>
                          <a:pt x="12064" y="1"/>
                          <a:pt x="11555" y="0"/>
                        </a:cubicBezTo>
                        <a:lnTo>
                          <a:pt x="9427" y="38"/>
                        </a:lnTo>
                        <a:cubicBezTo>
                          <a:pt x="9427" y="38"/>
                          <a:pt x="8969" y="119"/>
                          <a:pt x="8928" y="484"/>
                        </a:cubicBezTo>
                        <a:lnTo>
                          <a:pt x="8602" y="3179"/>
                        </a:lnTo>
                        <a:cubicBezTo>
                          <a:pt x="8602" y="3179"/>
                          <a:pt x="8228" y="3721"/>
                          <a:pt x="7675" y="3878"/>
                        </a:cubicBezTo>
                        <a:cubicBezTo>
                          <a:pt x="7675" y="3878"/>
                          <a:pt x="6712" y="4130"/>
                          <a:pt x="6381" y="3920"/>
                        </a:cubicBezTo>
                        <a:lnTo>
                          <a:pt x="4585" y="2641"/>
                        </a:lnTo>
                        <a:cubicBezTo>
                          <a:pt x="4585" y="2641"/>
                          <a:pt x="4091" y="2204"/>
                          <a:pt x="3665" y="2614"/>
                        </a:cubicBezTo>
                        <a:lnTo>
                          <a:pt x="2187" y="4149"/>
                        </a:lnTo>
                        <a:cubicBezTo>
                          <a:pt x="2187" y="4149"/>
                          <a:pt x="1892" y="4471"/>
                          <a:pt x="2192" y="4864"/>
                        </a:cubicBezTo>
                        <a:lnTo>
                          <a:pt x="3699" y="6766"/>
                        </a:lnTo>
                        <a:cubicBezTo>
                          <a:pt x="3699" y="6766"/>
                          <a:pt x="4207" y="7300"/>
                          <a:pt x="3589" y="8318"/>
                        </a:cubicBezTo>
                        <a:cubicBezTo>
                          <a:pt x="3589" y="8318"/>
                          <a:pt x="3305" y="9136"/>
                          <a:pt x="2339" y="9254"/>
                        </a:cubicBezTo>
                        <a:cubicBezTo>
                          <a:pt x="1374" y="9374"/>
                          <a:pt x="519" y="9539"/>
                          <a:pt x="519" y="9539"/>
                        </a:cubicBezTo>
                        <a:cubicBezTo>
                          <a:pt x="519" y="9539"/>
                          <a:pt x="-1" y="9574"/>
                          <a:pt x="0" y="10120"/>
                        </a:cubicBezTo>
                        <a:cubicBezTo>
                          <a:pt x="0" y="10665"/>
                          <a:pt x="170" y="12283"/>
                          <a:pt x="170" y="12283"/>
                        </a:cubicBezTo>
                        <a:close/>
                        <a:moveTo>
                          <a:pt x="170" y="1228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94" name="Freeform: Shape 94"/>
                <p:cNvSpPr/>
                <p:nvPr/>
              </p:nvSpPr>
              <p:spPr bwMode="auto">
                <a:xfrm>
                  <a:off x="3257" y="1044"/>
                  <a:ext cx="533" cy="41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44" h="21334">
                      <a:moveTo>
                        <a:pt x="10347" y="11187"/>
                      </a:moveTo>
                      <a:cubicBezTo>
                        <a:pt x="10058" y="10978"/>
                        <a:pt x="9855" y="10582"/>
                        <a:pt x="9730" y="9980"/>
                      </a:cubicBezTo>
                      <a:cubicBezTo>
                        <a:pt x="10138" y="9957"/>
                        <a:pt x="10480" y="10038"/>
                        <a:pt x="10744" y="10229"/>
                      </a:cubicBezTo>
                      <a:cubicBezTo>
                        <a:pt x="11054" y="10453"/>
                        <a:pt x="11271" y="10832"/>
                        <a:pt x="11406" y="11375"/>
                      </a:cubicBezTo>
                      <a:cubicBezTo>
                        <a:pt x="10942" y="11432"/>
                        <a:pt x="10602" y="11371"/>
                        <a:pt x="10347" y="11187"/>
                      </a:cubicBezTo>
                      <a:close/>
                      <a:moveTo>
                        <a:pt x="21069" y="7196"/>
                      </a:moveTo>
                      <a:lnTo>
                        <a:pt x="20539" y="3842"/>
                      </a:lnTo>
                      <a:cubicBezTo>
                        <a:pt x="20323" y="2469"/>
                        <a:pt x="19656" y="1290"/>
                        <a:pt x="18711" y="607"/>
                      </a:cubicBezTo>
                      <a:cubicBezTo>
                        <a:pt x="17937" y="47"/>
                        <a:pt x="17032" y="-133"/>
                        <a:pt x="16164" y="97"/>
                      </a:cubicBezTo>
                      <a:lnTo>
                        <a:pt x="9646" y="1824"/>
                      </a:lnTo>
                      <a:cubicBezTo>
                        <a:pt x="8102" y="2233"/>
                        <a:pt x="6923" y="3870"/>
                        <a:pt x="6713" y="5895"/>
                      </a:cubicBezTo>
                      <a:lnTo>
                        <a:pt x="6642" y="6580"/>
                      </a:lnTo>
                      <a:lnTo>
                        <a:pt x="9385" y="5853"/>
                      </a:lnTo>
                      <a:lnTo>
                        <a:pt x="9472" y="5692"/>
                      </a:lnTo>
                      <a:cubicBezTo>
                        <a:pt x="9721" y="5234"/>
                        <a:pt x="10207" y="4921"/>
                        <a:pt x="11002" y="4712"/>
                      </a:cubicBezTo>
                      <a:lnTo>
                        <a:pt x="15791" y="3442"/>
                      </a:lnTo>
                      <a:cubicBezTo>
                        <a:pt x="16485" y="3258"/>
                        <a:pt x="17034" y="3306"/>
                        <a:pt x="17423" y="3587"/>
                      </a:cubicBezTo>
                      <a:cubicBezTo>
                        <a:pt x="17801" y="3860"/>
                        <a:pt x="18043" y="4359"/>
                        <a:pt x="18164" y="5109"/>
                      </a:cubicBezTo>
                      <a:lnTo>
                        <a:pt x="18496" y="7214"/>
                      </a:lnTo>
                      <a:cubicBezTo>
                        <a:pt x="18686" y="8813"/>
                        <a:pt x="18200" y="9615"/>
                        <a:pt x="16822" y="9980"/>
                      </a:cubicBezTo>
                      <a:lnTo>
                        <a:pt x="13904" y="10754"/>
                      </a:lnTo>
                      <a:lnTo>
                        <a:pt x="13861" y="10483"/>
                      </a:lnTo>
                      <a:cubicBezTo>
                        <a:pt x="13644" y="9110"/>
                        <a:pt x="12978" y="7932"/>
                        <a:pt x="12033" y="7249"/>
                      </a:cubicBezTo>
                      <a:cubicBezTo>
                        <a:pt x="11259" y="6689"/>
                        <a:pt x="10353" y="6507"/>
                        <a:pt x="9484" y="6737"/>
                      </a:cubicBezTo>
                      <a:lnTo>
                        <a:pt x="2967" y="8467"/>
                      </a:lnTo>
                      <a:cubicBezTo>
                        <a:pt x="1996" y="8724"/>
                        <a:pt x="1161" y="9456"/>
                        <a:pt x="615" y="10528"/>
                      </a:cubicBezTo>
                      <a:cubicBezTo>
                        <a:pt x="70" y="11598"/>
                        <a:pt x="-122" y="12881"/>
                        <a:pt x="77" y="14139"/>
                      </a:cubicBezTo>
                      <a:lnTo>
                        <a:pt x="606" y="17490"/>
                      </a:lnTo>
                      <a:cubicBezTo>
                        <a:pt x="824" y="18862"/>
                        <a:pt x="1490" y="20041"/>
                        <a:pt x="2434" y="20726"/>
                      </a:cubicBezTo>
                      <a:cubicBezTo>
                        <a:pt x="2435" y="20727"/>
                        <a:pt x="2435" y="20727"/>
                        <a:pt x="2435" y="20727"/>
                      </a:cubicBezTo>
                      <a:cubicBezTo>
                        <a:pt x="3209" y="21286"/>
                        <a:pt x="4114" y="21467"/>
                        <a:pt x="4983" y="21237"/>
                      </a:cubicBezTo>
                      <a:lnTo>
                        <a:pt x="11499" y="19509"/>
                      </a:lnTo>
                      <a:cubicBezTo>
                        <a:pt x="13072" y="19092"/>
                        <a:pt x="14254" y="17424"/>
                        <a:pt x="14440" y="15358"/>
                      </a:cubicBezTo>
                      <a:lnTo>
                        <a:pt x="14502" y="14684"/>
                      </a:lnTo>
                      <a:lnTo>
                        <a:pt x="11718" y="15421"/>
                      </a:lnTo>
                      <a:lnTo>
                        <a:pt x="11631" y="15593"/>
                      </a:lnTo>
                      <a:cubicBezTo>
                        <a:pt x="11383" y="16086"/>
                        <a:pt x="10897" y="16422"/>
                        <a:pt x="10145" y="16622"/>
                      </a:cubicBezTo>
                      <a:lnTo>
                        <a:pt x="5356" y="17892"/>
                      </a:lnTo>
                      <a:cubicBezTo>
                        <a:pt x="4547" y="18105"/>
                        <a:pt x="4027" y="18086"/>
                        <a:pt x="3669" y="17827"/>
                      </a:cubicBezTo>
                      <a:cubicBezTo>
                        <a:pt x="3319" y="17575"/>
                        <a:pt x="3095" y="17055"/>
                        <a:pt x="2982" y="16223"/>
                      </a:cubicBezTo>
                      <a:lnTo>
                        <a:pt x="2646" y="14090"/>
                      </a:lnTo>
                      <a:cubicBezTo>
                        <a:pt x="2523" y="13343"/>
                        <a:pt x="2565" y="12781"/>
                        <a:pt x="2774" y="12368"/>
                      </a:cubicBezTo>
                      <a:cubicBezTo>
                        <a:pt x="3016" y="11891"/>
                        <a:pt x="3508" y="11568"/>
                        <a:pt x="4323" y="11352"/>
                      </a:cubicBezTo>
                      <a:lnTo>
                        <a:pt x="7242" y="10579"/>
                      </a:lnTo>
                      <a:lnTo>
                        <a:pt x="7284" y="10848"/>
                      </a:lnTo>
                      <a:cubicBezTo>
                        <a:pt x="7501" y="12222"/>
                        <a:pt x="8168" y="13401"/>
                        <a:pt x="9112" y="14084"/>
                      </a:cubicBezTo>
                      <a:cubicBezTo>
                        <a:pt x="9887" y="14644"/>
                        <a:pt x="10793" y="14826"/>
                        <a:pt x="11662" y="14595"/>
                      </a:cubicBezTo>
                      <a:lnTo>
                        <a:pt x="18179" y="12867"/>
                      </a:lnTo>
                      <a:cubicBezTo>
                        <a:pt x="20182" y="12335"/>
                        <a:pt x="21478" y="9791"/>
                        <a:pt x="21069" y="7196"/>
                      </a:cubicBezTo>
                      <a:close/>
                      <a:moveTo>
                        <a:pt x="21069" y="7196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5" name="Group 95"/>
                <p:cNvGrpSpPr/>
                <p:nvPr/>
              </p:nvGrpSpPr>
              <p:grpSpPr bwMode="auto">
                <a:xfrm>
                  <a:off x="1886" y="1274"/>
                  <a:ext cx="766" cy="703"/>
                  <a:chOff x="0" y="0"/>
                  <a:chExt cx="766" cy="703"/>
                </a:xfrm>
              </p:grpSpPr>
              <p:sp>
                <p:nvSpPr>
                  <p:cNvPr id="114" name="Freeform: Shape 114"/>
                  <p:cNvSpPr/>
                  <p:nvPr/>
                </p:nvSpPr>
                <p:spPr bwMode="auto">
                  <a:xfrm>
                    <a:off x="0" y="362"/>
                    <a:ext cx="492" cy="3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184" h="18543">
                        <a:moveTo>
                          <a:pt x="10363" y="5"/>
                        </a:moveTo>
                        <a:cubicBezTo>
                          <a:pt x="538" y="-332"/>
                          <a:pt x="0" y="15867"/>
                          <a:pt x="0" y="15867"/>
                        </a:cubicBezTo>
                        <a:cubicBezTo>
                          <a:pt x="5817" y="21268"/>
                          <a:pt x="21104" y="16821"/>
                          <a:pt x="21104" y="16821"/>
                        </a:cubicBezTo>
                        <a:cubicBezTo>
                          <a:pt x="21374" y="16453"/>
                          <a:pt x="21600" y="393"/>
                          <a:pt x="10363" y="5"/>
                        </a:cubicBezTo>
                        <a:close/>
                        <a:moveTo>
                          <a:pt x="10363" y="5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5" name="Freeform: Shape 115"/>
                  <p:cNvSpPr/>
                  <p:nvPr/>
                </p:nvSpPr>
                <p:spPr bwMode="auto">
                  <a:xfrm>
                    <a:off x="97" y="88"/>
                    <a:ext cx="257" cy="24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19344" h="20808">
                        <a:moveTo>
                          <a:pt x="16008" y="2328"/>
                        </a:moveTo>
                        <a:cubicBezTo>
                          <a:pt x="14082" y="645"/>
                          <a:pt x="11537" y="-245"/>
                          <a:pt x="8847" y="60"/>
                        </a:cubicBezTo>
                        <a:cubicBezTo>
                          <a:pt x="3474" y="661"/>
                          <a:pt x="-466" y="5782"/>
                          <a:pt x="44" y="11498"/>
                        </a:cubicBezTo>
                        <a:cubicBezTo>
                          <a:pt x="556" y="17211"/>
                          <a:pt x="5324" y="21355"/>
                          <a:pt x="10693" y="20750"/>
                        </a:cubicBezTo>
                        <a:cubicBezTo>
                          <a:pt x="14294" y="20347"/>
                          <a:pt x="17245" y="17907"/>
                          <a:pt x="18650" y="14627"/>
                        </a:cubicBezTo>
                        <a:cubicBezTo>
                          <a:pt x="21134" y="7175"/>
                          <a:pt x="16165" y="2233"/>
                          <a:pt x="16008" y="2328"/>
                        </a:cubicBezTo>
                        <a:close/>
                        <a:moveTo>
                          <a:pt x="16008" y="2328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6" name="Freeform: Shape 116"/>
                  <p:cNvSpPr/>
                  <p:nvPr/>
                </p:nvSpPr>
                <p:spPr bwMode="auto">
                  <a:xfrm>
                    <a:off x="323" y="0"/>
                    <a:ext cx="443" cy="35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6236" y="8353"/>
                        </a:moveTo>
                        <a:lnTo>
                          <a:pt x="4552" y="8353"/>
                        </a:lnTo>
                        <a:lnTo>
                          <a:pt x="4552" y="6580"/>
                        </a:lnTo>
                        <a:lnTo>
                          <a:pt x="16236" y="6580"/>
                        </a:lnTo>
                        <a:cubicBezTo>
                          <a:pt x="16236" y="6580"/>
                          <a:pt x="16236" y="8353"/>
                          <a:pt x="16236" y="8353"/>
                        </a:cubicBezTo>
                        <a:close/>
                        <a:moveTo>
                          <a:pt x="16236" y="11901"/>
                        </a:moveTo>
                        <a:lnTo>
                          <a:pt x="4552" y="11901"/>
                        </a:lnTo>
                        <a:lnTo>
                          <a:pt x="4552" y="10127"/>
                        </a:lnTo>
                        <a:lnTo>
                          <a:pt x="16236" y="10127"/>
                        </a:lnTo>
                        <a:cubicBezTo>
                          <a:pt x="16236" y="10127"/>
                          <a:pt x="16236" y="11901"/>
                          <a:pt x="16236" y="11901"/>
                        </a:cubicBezTo>
                        <a:close/>
                        <a:moveTo>
                          <a:pt x="14259" y="0"/>
                        </a:moveTo>
                        <a:lnTo>
                          <a:pt x="6773" y="0"/>
                        </a:lnTo>
                        <a:cubicBezTo>
                          <a:pt x="3712" y="0"/>
                          <a:pt x="1100" y="2320"/>
                          <a:pt x="0" y="5612"/>
                        </a:cubicBezTo>
                        <a:cubicBezTo>
                          <a:pt x="664" y="6034"/>
                          <a:pt x="2105" y="7381"/>
                          <a:pt x="2652" y="9796"/>
                        </a:cubicBezTo>
                        <a:cubicBezTo>
                          <a:pt x="3159" y="12033"/>
                          <a:pt x="3198" y="14722"/>
                          <a:pt x="2144" y="16509"/>
                        </a:cubicBezTo>
                        <a:cubicBezTo>
                          <a:pt x="2982" y="17423"/>
                          <a:pt x="3762" y="17900"/>
                          <a:pt x="4876" y="18266"/>
                        </a:cubicBezTo>
                        <a:lnTo>
                          <a:pt x="2531" y="21600"/>
                        </a:lnTo>
                        <a:lnTo>
                          <a:pt x="9004" y="18574"/>
                        </a:lnTo>
                        <a:lnTo>
                          <a:pt x="14259" y="18574"/>
                        </a:lnTo>
                        <a:cubicBezTo>
                          <a:pt x="18314" y="18574"/>
                          <a:pt x="21600" y="14511"/>
                          <a:pt x="21600" y="9500"/>
                        </a:cubicBezTo>
                        <a:lnTo>
                          <a:pt x="21600" y="9075"/>
                        </a:lnTo>
                        <a:cubicBezTo>
                          <a:pt x="21600" y="4062"/>
                          <a:pt x="18314" y="0"/>
                          <a:pt x="14259" y="0"/>
                        </a:cubicBezTo>
                        <a:close/>
                        <a:moveTo>
                          <a:pt x="14259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96" name="Freeform: Shape 96"/>
                <p:cNvSpPr/>
                <p:nvPr/>
              </p:nvSpPr>
              <p:spPr bwMode="auto">
                <a:xfrm>
                  <a:off x="1292" y="2625"/>
                  <a:ext cx="1210" cy="9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99" h="20989">
                      <a:moveTo>
                        <a:pt x="14760" y="5355"/>
                      </a:moveTo>
                      <a:cubicBezTo>
                        <a:pt x="14084" y="5355"/>
                        <a:pt x="13537" y="4682"/>
                        <a:pt x="13537" y="3854"/>
                      </a:cubicBezTo>
                      <a:cubicBezTo>
                        <a:pt x="13537" y="3027"/>
                        <a:pt x="14084" y="2354"/>
                        <a:pt x="14760" y="2354"/>
                      </a:cubicBezTo>
                      <a:cubicBezTo>
                        <a:pt x="15435" y="2354"/>
                        <a:pt x="15983" y="3027"/>
                        <a:pt x="15983" y="3854"/>
                      </a:cubicBezTo>
                      <a:cubicBezTo>
                        <a:pt x="15983" y="4682"/>
                        <a:pt x="15435" y="5355"/>
                        <a:pt x="14760" y="5355"/>
                      </a:cubicBezTo>
                      <a:close/>
                      <a:moveTo>
                        <a:pt x="18221" y="3648"/>
                      </a:moveTo>
                      <a:cubicBezTo>
                        <a:pt x="17460" y="835"/>
                        <a:pt x="15004" y="-611"/>
                        <a:pt x="12691" y="246"/>
                      </a:cubicBezTo>
                      <a:cubicBezTo>
                        <a:pt x="9617" y="1384"/>
                        <a:pt x="8345" y="6120"/>
                        <a:pt x="8345" y="6120"/>
                      </a:cubicBezTo>
                      <a:cubicBezTo>
                        <a:pt x="7793" y="7577"/>
                        <a:pt x="7279" y="9085"/>
                        <a:pt x="5713" y="10389"/>
                      </a:cubicBezTo>
                      <a:cubicBezTo>
                        <a:pt x="2744" y="12856"/>
                        <a:pt x="-339" y="5876"/>
                        <a:pt x="1432" y="12498"/>
                      </a:cubicBezTo>
                      <a:cubicBezTo>
                        <a:pt x="1535" y="12883"/>
                        <a:pt x="1685" y="13259"/>
                        <a:pt x="1856" y="13627"/>
                      </a:cubicBezTo>
                      <a:cubicBezTo>
                        <a:pt x="-132" y="12318"/>
                        <a:pt x="-401" y="12189"/>
                        <a:pt x="472" y="15327"/>
                      </a:cubicBezTo>
                      <a:cubicBezTo>
                        <a:pt x="1496" y="19001"/>
                        <a:pt x="4620" y="20663"/>
                        <a:pt x="7727" y="20989"/>
                      </a:cubicBezTo>
                      <a:cubicBezTo>
                        <a:pt x="10488" y="20989"/>
                        <a:pt x="13587" y="20142"/>
                        <a:pt x="14784" y="16774"/>
                      </a:cubicBezTo>
                      <a:cubicBezTo>
                        <a:pt x="15677" y="14260"/>
                        <a:pt x="15699" y="10814"/>
                        <a:pt x="17925" y="7864"/>
                      </a:cubicBezTo>
                      <a:cubicBezTo>
                        <a:pt x="17925" y="7864"/>
                        <a:pt x="19256" y="6393"/>
                        <a:pt x="21199" y="6129"/>
                      </a:cubicBezTo>
                      <a:cubicBezTo>
                        <a:pt x="18629" y="5945"/>
                        <a:pt x="18221" y="3648"/>
                        <a:pt x="18221" y="3648"/>
                      </a:cubicBezTo>
                      <a:close/>
                      <a:moveTo>
                        <a:pt x="18221" y="3648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7" name="Freeform: Shape 97"/>
                <p:cNvSpPr/>
                <p:nvPr/>
              </p:nvSpPr>
              <p:spPr bwMode="auto">
                <a:xfrm>
                  <a:off x="4684" y="2236"/>
                  <a:ext cx="965" cy="10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324" h="21351">
                      <a:moveTo>
                        <a:pt x="16593" y="13829"/>
                      </a:moveTo>
                      <a:cubicBezTo>
                        <a:pt x="15541" y="13889"/>
                        <a:pt x="14615" y="14295"/>
                        <a:pt x="13915" y="14902"/>
                      </a:cubicBezTo>
                      <a:lnTo>
                        <a:pt x="8446" y="12232"/>
                      </a:lnTo>
                      <a:cubicBezTo>
                        <a:pt x="8469" y="12030"/>
                        <a:pt x="8486" y="11826"/>
                        <a:pt x="8472" y="11617"/>
                      </a:cubicBezTo>
                      <a:cubicBezTo>
                        <a:pt x="8449" y="11299"/>
                        <a:pt x="8368" y="11000"/>
                        <a:pt x="8264" y="10712"/>
                      </a:cubicBezTo>
                      <a:lnTo>
                        <a:pt x="14382" y="6652"/>
                      </a:lnTo>
                      <a:cubicBezTo>
                        <a:pt x="15186" y="7244"/>
                        <a:pt x="16227" y="7582"/>
                        <a:pt x="17351" y="7520"/>
                      </a:cubicBezTo>
                      <a:cubicBezTo>
                        <a:pt x="19687" y="7389"/>
                        <a:pt x="21461" y="5599"/>
                        <a:pt x="21316" y="3526"/>
                      </a:cubicBezTo>
                      <a:cubicBezTo>
                        <a:pt x="21167" y="1451"/>
                        <a:pt x="19153" y="-125"/>
                        <a:pt x="16817" y="8"/>
                      </a:cubicBezTo>
                      <a:cubicBezTo>
                        <a:pt x="14480" y="138"/>
                        <a:pt x="12706" y="1925"/>
                        <a:pt x="12854" y="4001"/>
                      </a:cubicBezTo>
                      <a:cubicBezTo>
                        <a:pt x="12871" y="4239"/>
                        <a:pt x="12917" y="4468"/>
                        <a:pt x="12980" y="4690"/>
                      </a:cubicBezTo>
                      <a:lnTo>
                        <a:pt x="6658" y="8783"/>
                      </a:lnTo>
                      <a:cubicBezTo>
                        <a:pt x="5897" y="8310"/>
                        <a:pt x="4969" y="8043"/>
                        <a:pt x="3971" y="8099"/>
                      </a:cubicBezTo>
                      <a:cubicBezTo>
                        <a:pt x="1636" y="8229"/>
                        <a:pt x="-139" y="10017"/>
                        <a:pt x="9" y="12093"/>
                      </a:cubicBezTo>
                      <a:cubicBezTo>
                        <a:pt x="157" y="14167"/>
                        <a:pt x="2169" y="15742"/>
                        <a:pt x="4507" y="15611"/>
                      </a:cubicBezTo>
                      <a:cubicBezTo>
                        <a:pt x="5685" y="15545"/>
                        <a:pt x="6717" y="15058"/>
                        <a:pt x="7435" y="14326"/>
                      </a:cubicBezTo>
                      <a:lnTo>
                        <a:pt x="12675" y="17011"/>
                      </a:lnTo>
                      <a:cubicBezTo>
                        <a:pt x="12629" y="17273"/>
                        <a:pt x="12609" y="17546"/>
                        <a:pt x="12629" y="17823"/>
                      </a:cubicBezTo>
                      <a:cubicBezTo>
                        <a:pt x="12776" y="19898"/>
                        <a:pt x="14790" y="21475"/>
                        <a:pt x="17127" y="21343"/>
                      </a:cubicBezTo>
                      <a:cubicBezTo>
                        <a:pt x="19463" y="21212"/>
                        <a:pt x="21238" y="19425"/>
                        <a:pt x="21091" y="17349"/>
                      </a:cubicBezTo>
                      <a:cubicBezTo>
                        <a:pt x="20945" y="15275"/>
                        <a:pt x="18928" y="13698"/>
                        <a:pt x="16593" y="13829"/>
                      </a:cubicBezTo>
                      <a:close/>
                      <a:moveTo>
                        <a:pt x="16593" y="13829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8" name="Freeform: Shape 98"/>
                <p:cNvSpPr/>
                <p:nvPr/>
              </p:nvSpPr>
              <p:spPr bwMode="auto">
                <a:xfrm>
                  <a:off x="3974" y="469"/>
                  <a:ext cx="1108" cy="106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421" h="21413">
                      <a:moveTo>
                        <a:pt x="8099" y="13602"/>
                      </a:moveTo>
                      <a:cubicBezTo>
                        <a:pt x="5358" y="13602"/>
                        <a:pt x="3138" y="11289"/>
                        <a:pt x="3138" y="8434"/>
                      </a:cubicBezTo>
                      <a:cubicBezTo>
                        <a:pt x="3138" y="5581"/>
                        <a:pt x="5358" y="3268"/>
                        <a:pt x="8099" y="3268"/>
                      </a:cubicBezTo>
                      <a:cubicBezTo>
                        <a:pt x="10838" y="3268"/>
                        <a:pt x="13059" y="5581"/>
                        <a:pt x="13059" y="8434"/>
                      </a:cubicBezTo>
                      <a:cubicBezTo>
                        <a:pt x="13059" y="11289"/>
                        <a:pt x="10838" y="13602"/>
                        <a:pt x="8099" y="13602"/>
                      </a:cubicBezTo>
                      <a:close/>
                      <a:moveTo>
                        <a:pt x="20893" y="17915"/>
                      </a:moveTo>
                      <a:lnTo>
                        <a:pt x="15499" y="12943"/>
                      </a:lnTo>
                      <a:cubicBezTo>
                        <a:pt x="15376" y="12827"/>
                        <a:pt x="15240" y="12743"/>
                        <a:pt x="15098" y="12673"/>
                      </a:cubicBezTo>
                      <a:cubicBezTo>
                        <a:pt x="15796" y="11428"/>
                        <a:pt x="16197" y="9980"/>
                        <a:pt x="16197" y="8434"/>
                      </a:cubicBezTo>
                      <a:cubicBezTo>
                        <a:pt x="16197" y="3776"/>
                        <a:pt x="12571" y="0"/>
                        <a:pt x="8099" y="0"/>
                      </a:cubicBezTo>
                      <a:cubicBezTo>
                        <a:pt x="3626" y="0"/>
                        <a:pt x="0" y="3776"/>
                        <a:pt x="0" y="8434"/>
                      </a:cubicBezTo>
                      <a:cubicBezTo>
                        <a:pt x="0" y="13093"/>
                        <a:pt x="3626" y="16869"/>
                        <a:pt x="8099" y="16869"/>
                      </a:cubicBezTo>
                      <a:cubicBezTo>
                        <a:pt x="9713" y="16869"/>
                        <a:pt x="11217" y="16374"/>
                        <a:pt x="12480" y="15526"/>
                      </a:cubicBezTo>
                      <a:cubicBezTo>
                        <a:pt x="12566" y="15701"/>
                        <a:pt x="12679" y="15866"/>
                        <a:pt x="12827" y="16004"/>
                      </a:cubicBezTo>
                      <a:lnTo>
                        <a:pt x="18221" y="20977"/>
                      </a:lnTo>
                      <a:cubicBezTo>
                        <a:pt x="18879" y="21600"/>
                        <a:pt x="19898" y="21549"/>
                        <a:pt x="20496" y="20864"/>
                      </a:cubicBezTo>
                      <a:lnTo>
                        <a:pt x="21003" y="20285"/>
                      </a:lnTo>
                      <a:cubicBezTo>
                        <a:pt x="21600" y="19599"/>
                        <a:pt x="21552" y="18538"/>
                        <a:pt x="20893" y="17915"/>
                      </a:cubicBezTo>
                      <a:close/>
                      <a:moveTo>
                        <a:pt x="20893" y="1791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9" name="Group 99"/>
                <p:cNvGrpSpPr/>
                <p:nvPr/>
              </p:nvGrpSpPr>
              <p:grpSpPr bwMode="auto">
                <a:xfrm>
                  <a:off x="3677" y="2399"/>
                  <a:ext cx="904" cy="979"/>
                  <a:chOff x="0" y="0"/>
                  <a:chExt cx="904" cy="979"/>
                </a:xfrm>
              </p:grpSpPr>
              <p:sp>
                <p:nvSpPr>
                  <p:cNvPr id="110" name="Freeform: Shape 110"/>
                  <p:cNvSpPr/>
                  <p:nvPr/>
                </p:nvSpPr>
                <p:spPr bwMode="auto">
                  <a:xfrm>
                    <a:off x="606" y="105"/>
                    <a:ext cx="198" cy="15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18790">
                        <a:moveTo>
                          <a:pt x="21600" y="18026"/>
                        </a:moveTo>
                        <a:cubicBezTo>
                          <a:pt x="21600" y="18026"/>
                          <a:pt x="21268" y="9650"/>
                          <a:pt x="14170" y="3669"/>
                        </a:cubicBezTo>
                        <a:cubicBezTo>
                          <a:pt x="6476" y="-2810"/>
                          <a:pt x="0" y="1265"/>
                          <a:pt x="0" y="1265"/>
                        </a:cubicBezTo>
                        <a:lnTo>
                          <a:pt x="1563" y="7388"/>
                        </a:lnTo>
                        <a:cubicBezTo>
                          <a:pt x="1563" y="7388"/>
                          <a:pt x="6661" y="5098"/>
                          <a:pt x="11396" y="9086"/>
                        </a:cubicBezTo>
                        <a:cubicBezTo>
                          <a:pt x="16126" y="13073"/>
                          <a:pt x="15668" y="18790"/>
                          <a:pt x="15668" y="18790"/>
                        </a:cubicBezTo>
                        <a:cubicBezTo>
                          <a:pt x="15668" y="18790"/>
                          <a:pt x="21600" y="18026"/>
                          <a:pt x="21600" y="18026"/>
                        </a:cubicBezTo>
                        <a:close/>
                        <a:moveTo>
                          <a:pt x="21600" y="18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1" name="Freeform: Shape 111"/>
                  <p:cNvSpPr/>
                  <p:nvPr/>
                </p:nvSpPr>
                <p:spPr bwMode="auto">
                  <a:xfrm>
                    <a:off x="566" y="0"/>
                    <a:ext cx="338" cy="26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687" h="19230">
                        <a:moveTo>
                          <a:pt x="13721" y="2487"/>
                        </a:moveTo>
                        <a:cubicBezTo>
                          <a:pt x="6062" y="-2370"/>
                          <a:pt x="0" y="1385"/>
                          <a:pt x="0" y="1385"/>
                        </a:cubicBezTo>
                        <a:lnTo>
                          <a:pt x="1146" y="5222"/>
                        </a:lnTo>
                        <a:cubicBezTo>
                          <a:pt x="1146" y="5222"/>
                          <a:pt x="7316" y="2931"/>
                          <a:pt x="12147" y="7175"/>
                        </a:cubicBezTo>
                        <a:cubicBezTo>
                          <a:pt x="16976" y="11418"/>
                          <a:pt x="17416" y="19230"/>
                          <a:pt x="17416" y="19230"/>
                        </a:cubicBezTo>
                        <a:lnTo>
                          <a:pt x="20651" y="18877"/>
                        </a:lnTo>
                        <a:cubicBezTo>
                          <a:pt x="20651" y="18877"/>
                          <a:pt x="21600" y="7484"/>
                          <a:pt x="13721" y="2487"/>
                        </a:cubicBezTo>
                        <a:close/>
                        <a:moveTo>
                          <a:pt x="13721" y="24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2" name="Freeform: Shape 112"/>
                  <p:cNvSpPr/>
                  <p:nvPr/>
                </p:nvSpPr>
                <p:spPr bwMode="auto">
                  <a:xfrm>
                    <a:off x="0" y="238"/>
                    <a:ext cx="853" cy="7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770" h="21474">
                        <a:moveTo>
                          <a:pt x="15255" y="18349"/>
                        </a:moveTo>
                        <a:lnTo>
                          <a:pt x="14325" y="17122"/>
                        </a:lnTo>
                        <a:lnTo>
                          <a:pt x="16450" y="17122"/>
                        </a:lnTo>
                        <a:lnTo>
                          <a:pt x="17286" y="18349"/>
                        </a:lnTo>
                        <a:cubicBezTo>
                          <a:pt x="17286" y="18349"/>
                          <a:pt x="15255" y="18349"/>
                          <a:pt x="15255" y="18349"/>
                        </a:cubicBezTo>
                        <a:close/>
                        <a:moveTo>
                          <a:pt x="12321" y="18349"/>
                        </a:moveTo>
                        <a:lnTo>
                          <a:pt x="11391" y="17122"/>
                        </a:lnTo>
                        <a:lnTo>
                          <a:pt x="13515" y="17122"/>
                        </a:lnTo>
                        <a:lnTo>
                          <a:pt x="14351" y="18349"/>
                        </a:lnTo>
                        <a:cubicBezTo>
                          <a:pt x="14351" y="18349"/>
                          <a:pt x="12321" y="18349"/>
                          <a:pt x="12321" y="18349"/>
                        </a:cubicBezTo>
                        <a:close/>
                        <a:moveTo>
                          <a:pt x="9389" y="18349"/>
                        </a:moveTo>
                        <a:lnTo>
                          <a:pt x="8457" y="17122"/>
                        </a:lnTo>
                        <a:lnTo>
                          <a:pt x="10584" y="17122"/>
                        </a:lnTo>
                        <a:lnTo>
                          <a:pt x="11419" y="18349"/>
                        </a:lnTo>
                        <a:cubicBezTo>
                          <a:pt x="11419" y="18349"/>
                          <a:pt x="9389" y="18349"/>
                          <a:pt x="9389" y="18349"/>
                        </a:cubicBezTo>
                        <a:close/>
                        <a:moveTo>
                          <a:pt x="6455" y="18349"/>
                        </a:moveTo>
                        <a:lnTo>
                          <a:pt x="5524" y="17122"/>
                        </a:lnTo>
                        <a:lnTo>
                          <a:pt x="7650" y="17122"/>
                        </a:lnTo>
                        <a:lnTo>
                          <a:pt x="8486" y="18349"/>
                        </a:lnTo>
                        <a:cubicBezTo>
                          <a:pt x="8486" y="18349"/>
                          <a:pt x="6455" y="18349"/>
                          <a:pt x="6455" y="18349"/>
                        </a:cubicBezTo>
                        <a:close/>
                        <a:moveTo>
                          <a:pt x="4052" y="14957"/>
                        </a:moveTo>
                        <a:lnTo>
                          <a:pt x="6179" y="14957"/>
                        </a:lnTo>
                        <a:lnTo>
                          <a:pt x="7014" y="16184"/>
                        </a:lnTo>
                        <a:lnTo>
                          <a:pt x="4985" y="16184"/>
                        </a:lnTo>
                        <a:cubicBezTo>
                          <a:pt x="4985" y="16184"/>
                          <a:pt x="4052" y="14957"/>
                          <a:pt x="4052" y="14957"/>
                        </a:cubicBezTo>
                        <a:close/>
                        <a:moveTo>
                          <a:pt x="2258" y="13026"/>
                        </a:moveTo>
                        <a:lnTo>
                          <a:pt x="2258" y="2348"/>
                        </a:lnTo>
                        <a:lnTo>
                          <a:pt x="14531" y="2348"/>
                        </a:lnTo>
                        <a:lnTo>
                          <a:pt x="14531" y="13026"/>
                        </a:lnTo>
                        <a:cubicBezTo>
                          <a:pt x="14531" y="13026"/>
                          <a:pt x="2258" y="13026"/>
                          <a:pt x="2258" y="13026"/>
                        </a:cubicBezTo>
                        <a:close/>
                        <a:moveTo>
                          <a:pt x="9947" y="16184"/>
                        </a:moveTo>
                        <a:lnTo>
                          <a:pt x="7917" y="16184"/>
                        </a:lnTo>
                        <a:lnTo>
                          <a:pt x="6986" y="14957"/>
                        </a:lnTo>
                        <a:lnTo>
                          <a:pt x="9112" y="14957"/>
                        </a:lnTo>
                        <a:cubicBezTo>
                          <a:pt x="9112" y="14957"/>
                          <a:pt x="9947" y="16184"/>
                          <a:pt x="9947" y="16184"/>
                        </a:cubicBezTo>
                        <a:close/>
                        <a:moveTo>
                          <a:pt x="9919" y="14957"/>
                        </a:moveTo>
                        <a:lnTo>
                          <a:pt x="12045" y="14957"/>
                        </a:lnTo>
                        <a:lnTo>
                          <a:pt x="12880" y="16184"/>
                        </a:lnTo>
                        <a:lnTo>
                          <a:pt x="10850" y="16184"/>
                        </a:lnTo>
                        <a:cubicBezTo>
                          <a:pt x="10850" y="16184"/>
                          <a:pt x="9919" y="14957"/>
                          <a:pt x="9919" y="14957"/>
                        </a:cubicBezTo>
                        <a:close/>
                        <a:moveTo>
                          <a:pt x="15814" y="16184"/>
                        </a:moveTo>
                        <a:lnTo>
                          <a:pt x="13782" y="16184"/>
                        </a:lnTo>
                        <a:lnTo>
                          <a:pt x="12852" y="14957"/>
                        </a:lnTo>
                        <a:lnTo>
                          <a:pt x="14978" y="14957"/>
                        </a:lnTo>
                        <a:cubicBezTo>
                          <a:pt x="14978" y="14957"/>
                          <a:pt x="15814" y="16184"/>
                          <a:pt x="15814" y="16184"/>
                        </a:cubicBezTo>
                        <a:close/>
                        <a:moveTo>
                          <a:pt x="16495" y="13026"/>
                        </a:moveTo>
                        <a:lnTo>
                          <a:pt x="16495" y="2113"/>
                        </a:lnTo>
                        <a:cubicBezTo>
                          <a:pt x="16495" y="2113"/>
                          <a:pt x="16855" y="1"/>
                          <a:pt x="14433" y="1"/>
                        </a:cubicBezTo>
                        <a:cubicBezTo>
                          <a:pt x="11586" y="1"/>
                          <a:pt x="1364" y="1"/>
                          <a:pt x="1364" y="1"/>
                        </a:cubicBezTo>
                        <a:cubicBezTo>
                          <a:pt x="1364" y="1"/>
                          <a:pt x="0" y="-126"/>
                          <a:pt x="0" y="1964"/>
                        </a:cubicBezTo>
                        <a:cubicBezTo>
                          <a:pt x="0" y="5133"/>
                          <a:pt x="0" y="13965"/>
                          <a:pt x="0" y="13965"/>
                        </a:cubicBezTo>
                        <a:lnTo>
                          <a:pt x="3829" y="21474"/>
                        </a:lnTo>
                        <a:lnTo>
                          <a:pt x="20325" y="21474"/>
                        </a:lnTo>
                        <a:cubicBezTo>
                          <a:pt x="20325" y="21474"/>
                          <a:pt x="21600" y="20065"/>
                          <a:pt x="19834" y="17602"/>
                        </a:cubicBezTo>
                        <a:cubicBezTo>
                          <a:pt x="18068" y="15138"/>
                          <a:pt x="16495" y="13026"/>
                          <a:pt x="16495" y="13026"/>
                        </a:cubicBezTo>
                        <a:close/>
                        <a:moveTo>
                          <a:pt x="16495" y="13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3" name="Freeform: Shape 113"/>
                  <p:cNvSpPr/>
                  <p:nvPr/>
                </p:nvSpPr>
                <p:spPr bwMode="auto">
                  <a:xfrm>
                    <a:off x="250" y="410"/>
                    <a:ext cx="196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329" y="8962"/>
                        </a:moveTo>
                        <a:lnTo>
                          <a:pt x="0" y="18822"/>
                        </a:lnTo>
                        <a:lnTo>
                          <a:pt x="3053" y="21600"/>
                        </a:lnTo>
                        <a:lnTo>
                          <a:pt x="13417" y="11464"/>
                        </a:lnTo>
                        <a:lnTo>
                          <a:pt x="15965" y="17475"/>
                        </a:lnTo>
                        <a:lnTo>
                          <a:pt x="21600" y="0"/>
                        </a:lnTo>
                        <a:lnTo>
                          <a:pt x="4228" y="7618"/>
                        </a:lnTo>
                        <a:cubicBezTo>
                          <a:pt x="4228" y="7618"/>
                          <a:pt x="10329" y="8962"/>
                          <a:pt x="10329" y="8962"/>
                        </a:cubicBezTo>
                        <a:close/>
                        <a:moveTo>
                          <a:pt x="10329" y="896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100" name="Group 100"/>
                <p:cNvGrpSpPr/>
                <p:nvPr/>
              </p:nvGrpSpPr>
              <p:grpSpPr bwMode="auto">
                <a:xfrm>
                  <a:off x="4374" y="1587"/>
                  <a:ext cx="534" cy="499"/>
                  <a:chOff x="0" y="0"/>
                  <a:chExt cx="532" cy="498"/>
                </a:xfrm>
              </p:grpSpPr>
              <p:sp>
                <p:nvSpPr>
                  <p:cNvPr id="108" name="Freeform: Shape 108"/>
                  <p:cNvSpPr/>
                  <p:nvPr/>
                </p:nvSpPr>
                <p:spPr bwMode="auto">
                  <a:xfrm>
                    <a:off x="116" y="0"/>
                    <a:ext cx="296" cy="38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802" y="21600"/>
                        </a:moveTo>
                        <a:lnTo>
                          <a:pt x="16202" y="14495"/>
                        </a:lnTo>
                        <a:lnTo>
                          <a:pt x="21600" y="7390"/>
                        </a:lnTo>
                        <a:lnTo>
                          <a:pt x="16289" y="7390"/>
                        </a:lnTo>
                        <a:lnTo>
                          <a:pt x="16289" y="538"/>
                        </a:lnTo>
                        <a:cubicBezTo>
                          <a:pt x="16289" y="240"/>
                          <a:pt x="15972" y="0"/>
                          <a:pt x="15582" y="0"/>
                        </a:cubicBezTo>
                        <a:lnTo>
                          <a:pt x="6020" y="0"/>
                        </a:lnTo>
                        <a:cubicBezTo>
                          <a:pt x="5631" y="0"/>
                          <a:pt x="5313" y="240"/>
                          <a:pt x="5313" y="538"/>
                        </a:cubicBezTo>
                        <a:lnTo>
                          <a:pt x="5313" y="7390"/>
                        </a:lnTo>
                        <a:lnTo>
                          <a:pt x="0" y="7390"/>
                        </a:lnTo>
                        <a:lnTo>
                          <a:pt x="5400" y="14495"/>
                        </a:lnTo>
                        <a:cubicBezTo>
                          <a:pt x="5400" y="14495"/>
                          <a:pt x="10802" y="21600"/>
                          <a:pt x="10802" y="21600"/>
                        </a:cubicBezTo>
                        <a:close/>
                        <a:moveTo>
                          <a:pt x="10802" y="2160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9" name="Freeform: Shape 109"/>
                  <p:cNvSpPr/>
                  <p:nvPr/>
                </p:nvSpPr>
                <p:spPr bwMode="auto">
                  <a:xfrm>
                    <a:off x="0" y="269"/>
                    <a:ext cx="532" cy="22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9964" y="0"/>
                        </a:moveTo>
                        <a:lnTo>
                          <a:pt x="19026" y="0"/>
                        </a:lnTo>
                        <a:lnTo>
                          <a:pt x="19026" y="13793"/>
                        </a:lnTo>
                        <a:lnTo>
                          <a:pt x="2789" y="13793"/>
                        </a:lnTo>
                        <a:lnTo>
                          <a:pt x="2789" y="0"/>
                        </a:lnTo>
                        <a:lnTo>
                          <a:pt x="1634" y="0"/>
                        </a:lnTo>
                        <a:cubicBezTo>
                          <a:pt x="731" y="0"/>
                          <a:pt x="0" y="1700"/>
                          <a:pt x="0" y="3799"/>
                        </a:cubicBezTo>
                        <a:lnTo>
                          <a:pt x="0" y="17804"/>
                        </a:lnTo>
                        <a:cubicBezTo>
                          <a:pt x="0" y="19900"/>
                          <a:pt x="731" y="21600"/>
                          <a:pt x="1634" y="21600"/>
                        </a:cubicBezTo>
                        <a:lnTo>
                          <a:pt x="19964" y="21600"/>
                        </a:lnTo>
                        <a:cubicBezTo>
                          <a:pt x="20868" y="21600"/>
                          <a:pt x="21600" y="19900"/>
                          <a:pt x="21600" y="17804"/>
                        </a:cubicBezTo>
                        <a:lnTo>
                          <a:pt x="21600" y="3799"/>
                        </a:lnTo>
                        <a:cubicBezTo>
                          <a:pt x="21600" y="1700"/>
                          <a:pt x="20868" y="0"/>
                          <a:pt x="19964" y="0"/>
                        </a:cubicBezTo>
                        <a:close/>
                        <a:moveTo>
                          <a:pt x="19964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101" name="Group 101"/>
                <p:cNvGrpSpPr/>
                <p:nvPr/>
              </p:nvGrpSpPr>
              <p:grpSpPr bwMode="auto">
                <a:xfrm>
                  <a:off x="5873" y="1941"/>
                  <a:ext cx="811" cy="1598"/>
                  <a:chOff x="0" y="0"/>
                  <a:chExt cx="811" cy="1598"/>
                </a:xfrm>
              </p:grpSpPr>
              <p:sp>
                <p:nvSpPr>
                  <p:cNvPr id="102" name="Freeform: Shape 102"/>
                  <p:cNvSpPr/>
                  <p:nvPr/>
                </p:nvSpPr>
                <p:spPr bwMode="auto">
                  <a:xfrm>
                    <a:off x="483" y="713"/>
                    <a:ext cx="207" cy="17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998" h="18917">
                        <a:moveTo>
                          <a:pt x="14761" y="4029"/>
                        </a:moveTo>
                        <a:cubicBezTo>
                          <a:pt x="7347" y="-2683"/>
                          <a:pt x="0" y="1017"/>
                          <a:pt x="0" y="1017"/>
                        </a:cubicBezTo>
                        <a:lnTo>
                          <a:pt x="956" y="7092"/>
                        </a:lnTo>
                        <a:cubicBezTo>
                          <a:pt x="956" y="7092"/>
                          <a:pt x="6632" y="5076"/>
                          <a:pt x="11195" y="9209"/>
                        </a:cubicBezTo>
                        <a:cubicBezTo>
                          <a:pt x="15749" y="13340"/>
                          <a:pt x="14591" y="18917"/>
                          <a:pt x="14591" y="18917"/>
                        </a:cubicBezTo>
                        <a:lnTo>
                          <a:pt x="20984" y="18447"/>
                        </a:lnTo>
                        <a:cubicBezTo>
                          <a:pt x="20984" y="18447"/>
                          <a:pt x="21600" y="10224"/>
                          <a:pt x="14761" y="4029"/>
                        </a:cubicBezTo>
                        <a:close/>
                        <a:moveTo>
                          <a:pt x="14761" y="4029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3" name="Freeform: Shape 103"/>
                  <p:cNvSpPr/>
                  <p:nvPr/>
                </p:nvSpPr>
                <p:spPr bwMode="auto">
                  <a:xfrm>
                    <a:off x="455" y="588"/>
                    <a:ext cx="356" cy="31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033" h="19276">
                        <a:moveTo>
                          <a:pt x="13985" y="3722"/>
                        </a:moveTo>
                        <a:cubicBezTo>
                          <a:pt x="7135" y="-2324"/>
                          <a:pt x="0" y="814"/>
                          <a:pt x="0" y="814"/>
                        </a:cubicBezTo>
                        <a:lnTo>
                          <a:pt x="783" y="4582"/>
                        </a:lnTo>
                        <a:cubicBezTo>
                          <a:pt x="783" y="4582"/>
                          <a:pt x="7511" y="2658"/>
                          <a:pt x="12115" y="7001"/>
                        </a:cubicBezTo>
                        <a:cubicBezTo>
                          <a:pt x="16714" y="11342"/>
                          <a:pt x="16316" y="18928"/>
                          <a:pt x="16316" y="18928"/>
                        </a:cubicBezTo>
                        <a:lnTo>
                          <a:pt x="19862" y="19276"/>
                        </a:lnTo>
                        <a:cubicBezTo>
                          <a:pt x="19862" y="19276"/>
                          <a:pt x="21600" y="10448"/>
                          <a:pt x="13985" y="3722"/>
                        </a:cubicBezTo>
                        <a:close/>
                        <a:moveTo>
                          <a:pt x="13985" y="37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Freeform: Shape 104"/>
                  <p:cNvSpPr/>
                  <p:nvPr/>
                </p:nvSpPr>
                <p:spPr bwMode="auto">
                  <a:xfrm>
                    <a:off x="0" y="782"/>
                    <a:ext cx="641" cy="637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497" h="17950">
                        <a:moveTo>
                          <a:pt x="13292" y="17012"/>
                        </a:moveTo>
                        <a:cubicBezTo>
                          <a:pt x="10000" y="16124"/>
                          <a:pt x="9873" y="14551"/>
                          <a:pt x="9873" y="14551"/>
                        </a:cubicBezTo>
                        <a:cubicBezTo>
                          <a:pt x="10304" y="14679"/>
                          <a:pt x="16313" y="18354"/>
                          <a:pt x="20322" y="14679"/>
                        </a:cubicBezTo>
                        <a:cubicBezTo>
                          <a:pt x="19484" y="16426"/>
                          <a:pt x="16584" y="17899"/>
                          <a:pt x="13292" y="17012"/>
                        </a:cubicBezTo>
                        <a:close/>
                        <a:moveTo>
                          <a:pt x="17488" y="7413"/>
                        </a:moveTo>
                        <a:cubicBezTo>
                          <a:pt x="17488" y="7413"/>
                          <a:pt x="20459" y="12149"/>
                          <a:pt x="17488" y="14079"/>
                        </a:cubicBezTo>
                        <a:cubicBezTo>
                          <a:pt x="14517" y="16008"/>
                          <a:pt x="6993" y="11272"/>
                          <a:pt x="5210" y="8114"/>
                        </a:cubicBezTo>
                        <a:cubicBezTo>
                          <a:pt x="3427" y="4958"/>
                          <a:pt x="2750" y="2742"/>
                          <a:pt x="4678" y="1785"/>
                        </a:cubicBezTo>
                        <a:cubicBezTo>
                          <a:pt x="6883" y="691"/>
                          <a:pt x="10235" y="1629"/>
                          <a:pt x="11546" y="2151"/>
                        </a:cubicBezTo>
                        <a:cubicBezTo>
                          <a:pt x="11546" y="2151"/>
                          <a:pt x="6001" y="-1340"/>
                          <a:pt x="2833" y="573"/>
                        </a:cubicBezTo>
                        <a:cubicBezTo>
                          <a:pt x="-707" y="2710"/>
                          <a:pt x="1050" y="7238"/>
                          <a:pt x="5210" y="11272"/>
                        </a:cubicBezTo>
                        <a:cubicBezTo>
                          <a:pt x="7586" y="13200"/>
                          <a:pt x="3055" y="13732"/>
                          <a:pt x="6" y="5406"/>
                        </a:cubicBezTo>
                        <a:cubicBezTo>
                          <a:pt x="-283" y="14130"/>
                          <a:pt x="10404" y="17186"/>
                          <a:pt x="10404" y="17186"/>
                        </a:cubicBezTo>
                        <a:cubicBezTo>
                          <a:pt x="10404" y="17186"/>
                          <a:pt x="19889" y="20260"/>
                          <a:pt x="20459" y="14079"/>
                        </a:cubicBezTo>
                        <a:cubicBezTo>
                          <a:pt x="20893" y="9366"/>
                          <a:pt x="17488" y="7413"/>
                          <a:pt x="17488" y="7413"/>
                        </a:cubicBezTo>
                        <a:close/>
                        <a:moveTo>
                          <a:pt x="17488" y="741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5" name="Freeform: Shape 105"/>
                  <p:cNvSpPr/>
                  <p:nvPr/>
                </p:nvSpPr>
                <p:spPr bwMode="auto">
                  <a:xfrm>
                    <a:off x="27" y="1392"/>
                    <a:ext cx="473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492" h="21600">
                        <a:moveTo>
                          <a:pt x="5816" y="0"/>
                        </a:moveTo>
                        <a:cubicBezTo>
                          <a:pt x="5816" y="0"/>
                          <a:pt x="4787" y="6465"/>
                          <a:pt x="2654" y="10541"/>
                        </a:cubicBezTo>
                        <a:cubicBezTo>
                          <a:pt x="518" y="14617"/>
                          <a:pt x="-108" y="14904"/>
                          <a:pt x="15" y="16071"/>
                        </a:cubicBezTo>
                        <a:cubicBezTo>
                          <a:pt x="143" y="17234"/>
                          <a:pt x="267" y="21600"/>
                          <a:pt x="267" y="21600"/>
                        </a:cubicBezTo>
                        <a:lnTo>
                          <a:pt x="21492" y="21600"/>
                        </a:lnTo>
                        <a:lnTo>
                          <a:pt x="20359" y="12581"/>
                        </a:lnTo>
                        <a:cubicBezTo>
                          <a:pt x="20359" y="12581"/>
                          <a:pt x="10838" y="12805"/>
                          <a:pt x="5816" y="0"/>
                        </a:cubicBezTo>
                        <a:close/>
                        <a:moveTo>
                          <a:pt x="5816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Freeform: Shape 106"/>
                  <p:cNvSpPr/>
                  <p:nvPr/>
                </p:nvSpPr>
                <p:spPr bwMode="auto">
                  <a:xfrm>
                    <a:off x="221" y="851"/>
                    <a:ext cx="330" cy="34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529" h="19892">
                        <a:moveTo>
                          <a:pt x="0" y="7687"/>
                        </a:moveTo>
                        <a:lnTo>
                          <a:pt x="577" y="9930"/>
                        </a:lnTo>
                        <a:lnTo>
                          <a:pt x="13275" y="7363"/>
                        </a:lnTo>
                        <a:cubicBezTo>
                          <a:pt x="13275" y="7363"/>
                          <a:pt x="11193" y="13697"/>
                          <a:pt x="10785" y="19165"/>
                        </a:cubicBezTo>
                        <a:cubicBezTo>
                          <a:pt x="10785" y="19165"/>
                          <a:pt x="13030" y="20029"/>
                          <a:pt x="13030" y="19873"/>
                        </a:cubicBezTo>
                        <a:cubicBezTo>
                          <a:pt x="13030" y="19397"/>
                          <a:pt x="15903" y="7607"/>
                          <a:pt x="15903" y="7607"/>
                        </a:cubicBezTo>
                        <a:cubicBezTo>
                          <a:pt x="15903" y="7607"/>
                          <a:pt x="18126" y="8029"/>
                          <a:pt x="19326" y="6531"/>
                        </a:cubicBezTo>
                        <a:cubicBezTo>
                          <a:pt x="20381" y="5215"/>
                          <a:pt x="21600" y="3335"/>
                          <a:pt x="18856" y="724"/>
                        </a:cubicBezTo>
                        <a:cubicBezTo>
                          <a:pt x="18856" y="724"/>
                          <a:pt x="14463" y="-1571"/>
                          <a:pt x="12623" y="2011"/>
                        </a:cubicBezTo>
                        <a:cubicBezTo>
                          <a:pt x="10909" y="4208"/>
                          <a:pt x="11808" y="5404"/>
                          <a:pt x="11808" y="5404"/>
                        </a:cubicBezTo>
                        <a:cubicBezTo>
                          <a:pt x="11808" y="5404"/>
                          <a:pt x="0" y="7687"/>
                          <a:pt x="0" y="7687"/>
                        </a:cubicBezTo>
                        <a:close/>
                        <a:moveTo>
                          <a:pt x="0" y="76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7" name="Freeform: Shape 107"/>
                  <p:cNvSpPr/>
                  <p:nvPr/>
                </p:nvSpPr>
                <p:spPr bwMode="auto">
                  <a:xfrm>
                    <a:off x="49" y="0"/>
                    <a:ext cx="439" cy="49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399" h="21364">
                        <a:moveTo>
                          <a:pt x="21260" y="4222"/>
                        </a:moveTo>
                        <a:cubicBezTo>
                          <a:pt x="21260" y="4222"/>
                          <a:pt x="18075" y="682"/>
                          <a:pt x="15617" y="79"/>
                        </a:cubicBezTo>
                        <a:cubicBezTo>
                          <a:pt x="15617" y="79"/>
                          <a:pt x="15019" y="-236"/>
                          <a:pt x="14955" y="395"/>
                        </a:cubicBezTo>
                        <a:cubicBezTo>
                          <a:pt x="14955" y="395"/>
                          <a:pt x="14761" y="1914"/>
                          <a:pt x="14761" y="2258"/>
                        </a:cubicBezTo>
                        <a:cubicBezTo>
                          <a:pt x="14761" y="2258"/>
                          <a:pt x="14923" y="2373"/>
                          <a:pt x="14502" y="2774"/>
                        </a:cubicBezTo>
                        <a:cubicBezTo>
                          <a:pt x="14081" y="3176"/>
                          <a:pt x="8909" y="8365"/>
                          <a:pt x="8909" y="8365"/>
                        </a:cubicBezTo>
                        <a:cubicBezTo>
                          <a:pt x="8909" y="8365"/>
                          <a:pt x="8552" y="8594"/>
                          <a:pt x="8278" y="8623"/>
                        </a:cubicBezTo>
                        <a:cubicBezTo>
                          <a:pt x="8278" y="8623"/>
                          <a:pt x="5514" y="8150"/>
                          <a:pt x="4399" y="9496"/>
                        </a:cubicBezTo>
                        <a:cubicBezTo>
                          <a:pt x="4399" y="9496"/>
                          <a:pt x="4238" y="9625"/>
                          <a:pt x="4558" y="9970"/>
                        </a:cubicBezTo>
                        <a:lnTo>
                          <a:pt x="7323" y="12615"/>
                        </a:lnTo>
                        <a:lnTo>
                          <a:pt x="0" y="21364"/>
                        </a:lnTo>
                        <a:lnTo>
                          <a:pt x="8503" y="13481"/>
                        </a:lnTo>
                        <a:lnTo>
                          <a:pt x="11365" y="15458"/>
                        </a:lnTo>
                        <a:cubicBezTo>
                          <a:pt x="11365" y="15458"/>
                          <a:pt x="12030" y="15658"/>
                          <a:pt x="12255" y="15416"/>
                        </a:cubicBezTo>
                        <a:cubicBezTo>
                          <a:pt x="12481" y="15172"/>
                          <a:pt x="13257" y="13981"/>
                          <a:pt x="12676" y="12077"/>
                        </a:cubicBezTo>
                        <a:cubicBezTo>
                          <a:pt x="12676" y="12077"/>
                          <a:pt x="12594" y="11776"/>
                          <a:pt x="12804" y="11459"/>
                        </a:cubicBezTo>
                        <a:cubicBezTo>
                          <a:pt x="13014" y="11144"/>
                          <a:pt x="18171" y="5798"/>
                          <a:pt x="18171" y="5798"/>
                        </a:cubicBezTo>
                        <a:cubicBezTo>
                          <a:pt x="18171" y="5798"/>
                          <a:pt x="18382" y="5613"/>
                          <a:pt x="18641" y="5683"/>
                        </a:cubicBezTo>
                        <a:cubicBezTo>
                          <a:pt x="18641" y="5683"/>
                          <a:pt x="20854" y="5352"/>
                          <a:pt x="21210" y="4794"/>
                        </a:cubicBezTo>
                        <a:cubicBezTo>
                          <a:pt x="21210" y="4794"/>
                          <a:pt x="21600" y="4623"/>
                          <a:pt x="21260" y="4222"/>
                        </a:cubicBezTo>
                        <a:close/>
                        <a:moveTo>
                          <a:pt x="21260" y="42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88" name="Group 88"/>
              <p:cNvGrpSpPr/>
              <p:nvPr/>
            </p:nvGrpSpPr>
            <p:grpSpPr bwMode="auto">
              <a:xfrm>
                <a:off x="395" y="2402"/>
                <a:ext cx="641" cy="753"/>
                <a:chOff x="0" y="0"/>
                <a:chExt cx="640" cy="753"/>
              </a:xfrm>
            </p:grpSpPr>
            <p:sp>
              <p:nvSpPr>
                <p:cNvPr id="90" name="Freeform: Shape 90"/>
                <p:cNvSpPr/>
                <p:nvPr/>
              </p:nvSpPr>
              <p:spPr bwMode="auto">
                <a:xfrm>
                  <a:off x="135" y="0"/>
                  <a:ext cx="505" cy="75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090" y="2505"/>
                      </a:moveTo>
                      <a:lnTo>
                        <a:pt x="18791" y="2505"/>
                      </a:lnTo>
                      <a:lnTo>
                        <a:pt x="18791" y="17720"/>
                      </a:lnTo>
                      <a:lnTo>
                        <a:pt x="3090" y="17720"/>
                      </a:lnTo>
                      <a:cubicBezTo>
                        <a:pt x="3090" y="17720"/>
                        <a:pt x="3090" y="2505"/>
                        <a:pt x="3090" y="2505"/>
                      </a:cubicBezTo>
                      <a:close/>
                      <a:moveTo>
                        <a:pt x="9407" y="19890"/>
                      </a:moveTo>
                      <a:cubicBezTo>
                        <a:pt x="9407" y="19374"/>
                        <a:pt x="10031" y="18955"/>
                        <a:pt x="10801" y="18955"/>
                      </a:cubicBezTo>
                      <a:cubicBezTo>
                        <a:pt x="11571" y="18955"/>
                        <a:pt x="12193" y="19374"/>
                        <a:pt x="12193" y="19890"/>
                      </a:cubicBezTo>
                      <a:cubicBezTo>
                        <a:pt x="12193" y="20406"/>
                        <a:pt x="11571" y="20825"/>
                        <a:pt x="10801" y="20825"/>
                      </a:cubicBezTo>
                      <a:cubicBezTo>
                        <a:pt x="10031" y="20825"/>
                        <a:pt x="9407" y="20406"/>
                        <a:pt x="9407" y="19890"/>
                      </a:cubicBezTo>
                      <a:close/>
                      <a:moveTo>
                        <a:pt x="0" y="2345"/>
                      </a:moveTo>
                      <a:lnTo>
                        <a:pt x="0" y="19255"/>
                      </a:lnTo>
                      <a:cubicBezTo>
                        <a:pt x="0" y="20551"/>
                        <a:pt x="1565" y="21600"/>
                        <a:pt x="3495" y="21600"/>
                      </a:cubicBezTo>
                      <a:lnTo>
                        <a:pt x="18107" y="21600"/>
                      </a:lnTo>
                      <a:cubicBezTo>
                        <a:pt x="20038" y="21600"/>
                        <a:pt x="21600" y="20551"/>
                        <a:pt x="21600" y="19255"/>
                      </a:cubicBezTo>
                      <a:lnTo>
                        <a:pt x="21600" y="2345"/>
                      </a:lnTo>
                      <a:cubicBezTo>
                        <a:pt x="21600" y="1049"/>
                        <a:pt x="20038" y="0"/>
                        <a:pt x="18107" y="0"/>
                      </a:cubicBezTo>
                      <a:lnTo>
                        <a:pt x="3495" y="0"/>
                      </a:lnTo>
                      <a:cubicBezTo>
                        <a:pt x="1565" y="0"/>
                        <a:pt x="0" y="1049"/>
                        <a:pt x="0" y="2345"/>
                      </a:cubicBezTo>
                      <a:close/>
                      <a:moveTo>
                        <a:pt x="0" y="234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1" name="Freeform: Shape 91"/>
                <p:cNvSpPr/>
                <p:nvPr/>
              </p:nvSpPr>
              <p:spPr bwMode="auto">
                <a:xfrm>
                  <a:off x="0" y="75"/>
                  <a:ext cx="60" cy="59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10804" y="21091"/>
                      </a:moveTo>
                      <a:cubicBezTo>
                        <a:pt x="8877" y="21091"/>
                        <a:pt x="7313" y="20932"/>
                        <a:pt x="7313" y="20738"/>
                      </a:cubicBezTo>
                      <a:lnTo>
                        <a:pt x="7313" y="20170"/>
                      </a:lnTo>
                      <a:cubicBezTo>
                        <a:pt x="8416" y="20209"/>
                        <a:pt x="9576" y="20234"/>
                        <a:pt x="10804" y="20234"/>
                      </a:cubicBezTo>
                      <a:cubicBezTo>
                        <a:pt x="12027" y="20234"/>
                        <a:pt x="13187" y="20209"/>
                        <a:pt x="14287" y="20170"/>
                      </a:cubicBezTo>
                      <a:lnTo>
                        <a:pt x="14287" y="20738"/>
                      </a:lnTo>
                      <a:cubicBezTo>
                        <a:pt x="14287" y="20932"/>
                        <a:pt x="12723" y="21091"/>
                        <a:pt x="10804" y="21091"/>
                      </a:cubicBezTo>
                      <a:close/>
                      <a:moveTo>
                        <a:pt x="8858" y="127"/>
                      </a:moveTo>
                      <a:lnTo>
                        <a:pt x="8858" y="567"/>
                      </a:lnTo>
                      <a:cubicBezTo>
                        <a:pt x="6504" y="649"/>
                        <a:pt x="4802" y="874"/>
                        <a:pt x="4802" y="1140"/>
                      </a:cubicBezTo>
                      <a:lnTo>
                        <a:pt x="4802" y="1530"/>
                      </a:lnTo>
                      <a:cubicBezTo>
                        <a:pt x="1909" y="1729"/>
                        <a:pt x="0" y="2068"/>
                        <a:pt x="0" y="2452"/>
                      </a:cubicBezTo>
                      <a:lnTo>
                        <a:pt x="0" y="19124"/>
                      </a:lnTo>
                      <a:cubicBezTo>
                        <a:pt x="0" y="19381"/>
                        <a:pt x="890" y="19615"/>
                        <a:pt x="2320" y="19804"/>
                      </a:cubicBezTo>
                      <a:cubicBezTo>
                        <a:pt x="2315" y="19814"/>
                        <a:pt x="2289" y="19824"/>
                        <a:pt x="2289" y="19835"/>
                      </a:cubicBezTo>
                      <a:lnTo>
                        <a:pt x="2289" y="20738"/>
                      </a:lnTo>
                      <a:cubicBezTo>
                        <a:pt x="2289" y="21213"/>
                        <a:pt x="6106" y="21600"/>
                        <a:pt x="10804" y="21600"/>
                      </a:cubicBezTo>
                      <a:cubicBezTo>
                        <a:pt x="15496" y="21600"/>
                        <a:pt x="19311" y="21213"/>
                        <a:pt x="19311" y="20738"/>
                      </a:cubicBezTo>
                      <a:lnTo>
                        <a:pt x="19311" y="19835"/>
                      </a:lnTo>
                      <a:cubicBezTo>
                        <a:pt x="19311" y="19824"/>
                        <a:pt x="19288" y="19814"/>
                        <a:pt x="19283" y="19804"/>
                      </a:cubicBezTo>
                      <a:cubicBezTo>
                        <a:pt x="20712" y="19615"/>
                        <a:pt x="21600" y="19381"/>
                        <a:pt x="21600" y="19124"/>
                      </a:cubicBezTo>
                      <a:lnTo>
                        <a:pt x="21600" y="2452"/>
                      </a:lnTo>
                      <a:cubicBezTo>
                        <a:pt x="21600" y="2068"/>
                        <a:pt x="19691" y="1729"/>
                        <a:pt x="16795" y="1530"/>
                      </a:cubicBezTo>
                      <a:lnTo>
                        <a:pt x="16795" y="1140"/>
                      </a:lnTo>
                      <a:cubicBezTo>
                        <a:pt x="16795" y="824"/>
                        <a:pt x="14415" y="568"/>
                        <a:pt x="11372" y="538"/>
                      </a:cubicBezTo>
                      <a:lnTo>
                        <a:pt x="11372" y="127"/>
                      </a:lnTo>
                      <a:cubicBezTo>
                        <a:pt x="11372" y="57"/>
                        <a:pt x="10812" y="0"/>
                        <a:pt x="10115" y="0"/>
                      </a:cubicBezTo>
                      <a:cubicBezTo>
                        <a:pt x="9421" y="0"/>
                        <a:pt x="8858" y="57"/>
                        <a:pt x="8858" y="127"/>
                      </a:cubicBezTo>
                      <a:close/>
                      <a:moveTo>
                        <a:pt x="8858" y="127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89" name="Freeform: Shape 89"/>
              <p:cNvSpPr/>
              <p:nvPr/>
            </p:nvSpPr>
            <p:spPr bwMode="auto">
              <a:xfrm>
                <a:off x="1244" y="2087"/>
                <a:ext cx="501" cy="562"/>
              </a:xfrm>
              <a:custGeom>
                <a:avLst/>
                <a:gdLst/>
                <a:ahLst/>
                <a:cxnLst/>
                <a:rect l="0" t="0" r="r" b="b"/>
                <a:pathLst>
                  <a:path w="21399" h="21364">
                    <a:moveTo>
                      <a:pt x="21260" y="4222"/>
                    </a:moveTo>
                    <a:cubicBezTo>
                      <a:pt x="21260" y="4222"/>
                      <a:pt x="18075" y="682"/>
                      <a:pt x="15617" y="79"/>
                    </a:cubicBezTo>
                    <a:cubicBezTo>
                      <a:pt x="15617" y="79"/>
                      <a:pt x="15019" y="-236"/>
                      <a:pt x="14955" y="395"/>
                    </a:cubicBezTo>
                    <a:cubicBezTo>
                      <a:pt x="14955" y="395"/>
                      <a:pt x="14761" y="1914"/>
                      <a:pt x="14761" y="2258"/>
                    </a:cubicBezTo>
                    <a:cubicBezTo>
                      <a:pt x="14761" y="2258"/>
                      <a:pt x="14924" y="2373"/>
                      <a:pt x="14502" y="2774"/>
                    </a:cubicBezTo>
                    <a:cubicBezTo>
                      <a:pt x="14081" y="3176"/>
                      <a:pt x="8909" y="8365"/>
                      <a:pt x="8909" y="8365"/>
                    </a:cubicBezTo>
                    <a:cubicBezTo>
                      <a:pt x="8909" y="8365"/>
                      <a:pt x="8552" y="8594"/>
                      <a:pt x="8278" y="8623"/>
                    </a:cubicBezTo>
                    <a:cubicBezTo>
                      <a:pt x="8278" y="8623"/>
                      <a:pt x="5514" y="8150"/>
                      <a:pt x="4399" y="9496"/>
                    </a:cubicBezTo>
                    <a:cubicBezTo>
                      <a:pt x="4399" y="9496"/>
                      <a:pt x="4238" y="9625"/>
                      <a:pt x="4558" y="9970"/>
                    </a:cubicBezTo>
                    <a:lnTo>
                      <a:pt x="7323" y="12615"/>
                    </a:lnTo>
                    <a:lnTo>
                      <a:pt x="0" y="21364"/>
                    </a:lnTo>
                    <a:lnTo>
                      <a:pt x="8503" y="13481"/>
                    </a:lnTo>
                    <a:lnTo>
                      <a:pt x="11365" y="15458"/>
                    </a:lnTo>
                    <a:cubicBezTo>
                      <a:pt x="11365" y="15458"/>
                      <a:pt x="12030" y="15658"/>
                      <a:pt x="12255" y="15416"/>
                    </a:cubicBezTo>
                    <a:cubicBezTo>
                      <a:pt x="12481" y="15172"/>
                      <a:pt x="13257" y="13981"/>
                      <a:pt x="12676" y="12077"/>
                    </a:cubicBezTo>
                    <a:cubicBezTo>
                      <a:pt x="12676" y="12077"/>
                      <a:pt x="12594" y="11776"/>
                      <a:pt x="12804" y="11459"/>
                    </a:cubicBezTo>
                    <a:cubicBezTo>
                      <a:pt x="13014" y="11144"/>
                      <a:pt x="18171" y="5798"/>
                      <a:pt x="18171" y="5798"/>
                    </a:cubicBezTo>
                    <a:cubicBezTo>
                      <a:pt x="18171" y="5798"/>
                      <a:pt x="18382" y="5613"/>
                      <a:pt x="18641" y="5683"/>
                    </a:cubicBezTo>
                    <a:cubicBezTo>
                      <a:pt x="18641" y="5683"/>
                      <a:pt x="20854" y="5352"/>
                      <a:pt x="21210" y="4794"/>
                    </a:cubicBezTo>
                    <a:cubicBezTo>
                      <a:pt x="21210" y="4794"/>
                      <a:pt x="21600" y="4623"/>
                      <a:pt x="21260" y="4222"/>
                    </a:cubicBezTo>
                    <a:close/>
                    <a:moveTo>
                      <a:pt x="21260" y="4222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1" name="Freeform: Shape 129"/>
            <p:cNvSpPr/>
            <p:nvPr/>
          </p:nvSpPr>
          <p:spPr bwMode="auto">
            <a:xfrm>
              <a:off x="1771650" y="3663950"/>
              <a:ext cx="1066800" cy="5969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2" name="Freeform: Shape 130"/>
            <p:cNvSpPr/>
            <p:nvPr/>
          </p:nvSpPr>
          <p:spPr bwMode="auto">
            <a:xfrm flipH="1">
              <a:off x="8870950" y="3663950"/>
              <a:ext cx="1416050" cy="7937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3" name="Freeform: Shape 131"/>
            <p:cNvSpPr/>
            <p:nvPr/>
          </p:nvSpPr>
          <p:spPr bwMode="auto">
            <a:xfrm flipH="1">
              <a:off x="9448800" y="300355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4" name="Freeform: Shape 132"/>
            <p:cNvSpPr/>
            <p:nvPr/>
          </p:nvSpPr>
          <p:spPr bwMode="auto">
            <a:xfrm flipH="1">
              <a:off x="2755900" y="198120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5" name="Freeform: Shape 133"/>
            <p:cNvSpPr/>
            <p:nvPr/>
          </p:nvSpPr>
          <p:spPr bwMode="auto">
            <a:xfrm>
              <a:off x="8147050" y="1670050"/>
              <a:ext cx="558800" cy="3111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1" y="17656"/>
                    <a:pt x="20961" y="14207"/>
                  </a:cubicBezTo>
                  <a:cubicBezTo>
                    <a:pt x="20961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91630"/>
            <a:ext cx="9144000" cy="26575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39552" y="567721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611505" y="1739870"/>
            <a:ext cx="8229600" cy="24092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模块一、数据库系统概述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模块二、实体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联系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模型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模块三、关系数据模型、关系数据库标准语言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、关系数据库的设计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理论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9" name="12e39570-2ca2-4385-93f6-edd7bf09cd77"/>
          <p:cNvGrpSpPr>
            <a:grpSpLocks noChangeAspect="1"/>
          </p:cNvGrpSpPr>
          <p:nvPr/>
        </p:nvGrpSpPr>
        <p:grpSpPr>
          <a:xfrm>
            <a:off x="6253834" y="1923678"/>
            <a:ext cx="2278606" cy="849411"/>
            <a:chOff x="1771650" y="1393032"/>
            <a:chExt cx="8515350" cy="3143249"/>
          </a:xfrm>
        </p:grpSpPr>
        <p:grpSp>
          <p:nvGrpSpPr>
            <p:cNvPr id="80" name="Group 85"/>
            <p:cNvGrpSpPr/>
            <p:nvPr/>
          </p:nvGrpSpPr>
          <p:grpSpPr bwMode="auto">
            <a:xfrm>
              <a:off x="3199607" y="1393032"/>
              <a:ext cx="5595141" cy="3143249"/>
              <a:chOff x="0" y="0"/>
              <a:chExt cx="7048" cy="3960"/>
            </a:xfrm>
          </p:grpSpPr>
          <p:sp>
            <p:nvSpPr>
              <p:cNvPr id="86" name="Freeform: Shape 86"/>
              <p:cNvSpPr/>
              <p:nvPr/>
            </p:nvSpPr>
            <p:spPr bwMode="auto">
              <a:xfrm>
                <a:off x="2619" y="2647"/>
                <a:ext cx="907" cy="863"/>
              </a:xfrm>
              <a:custGeom>
                <a:avLst/>
                <a:gdLst/>
                <a:ahLst/>
                <a:cxnLst/>
                <a:rect l="0" t="0" r="r" b="b"/>
                <a:pathLst>
                  <a:path w="20897" h="21600">
                    <a:moveTo>
                      <a:pt x="134" y="12228"/>
                    </a:moveTo>
                    <a:cubicBezTo>
                      <a:pt x="-591" y="8124"/>
                      <a:pt x="1868" y="7177"/>
                      <a:pt x="1868" y="7177"/>
                    </a:cubicBezTo>
                    <a:cubicBezTo>
                      <a:pt x="1868" y="7177"/>
                      <a:pt x="2735" y="0"/>
                      <a:pt x="10369" y="0"/>
                    </a:cubicBezTo>
                    <a:cubicBezTo>
                      <a:pt x="18002" y="0"/>
                      <a:pt x="18580" y="7111"/>
                      <a:pt x="18580" y="7111"/>
                    </a:cubicBezTo>
                    <a:cubicBezTo>
                      <a:pt x="18580" y="7111"/>
                      <a:pt x="21009" y="8042"/>
                      <a:pt x="20894" y="11431"/>
                    </a:cubicBezTo>
                    <a:cubicBezTo>
                      <a:pt x="20894" y="16881"/>
                      <a:pt x="17712" y="17679"/>
                      <a:pt x="17712" y="17679"/>
                    </a:cubicBezTo>
                    <a:cubicBezTo>
                      <a:pt x="15920" y="17679"/>
                      <a:pt x="15804" y="16017"/>
                      <a:pt x="15804" y="16017"/>
                    </a:cubicBezTo>
                    <a:cubicBezTo>
                      <a:pt x="15804" y="16017"/>
                      <a:pt x="15804" y="10900"/>
                      <a:pt x="15804" y="9238"/>
                    </a:cubicBezTo>
                    <a:cubicBezTo>
                      <a:pt x="15804" y="7576"/>
                      <a:pt x="17582" y="7332"/>
                      <a:pt x="17582" y="7332"/>
                    </a:cubicBezTo>
                    <a:cubicBezTo>
                      <a:pt x="17582" y="5805"/>
                      <a:pt x="14590" y="822"/>
                      <a:pt x="10369" y="822"/>
                    </a:cubicBezTo>
                    <a:cubicBezTo>
                      <a:pt x="6147" y="822"/>
                      <a:pt x="3319" y="5716"/>
                      <a:pt x="3260" y="7376"/>
                    </a:cubicBezTo>
                    <a:cubicBezTo>
                      <a:pt x="4778" y="7069"/>
                      <a:pt x="4991" y="8641"/>
                      <a:pt x="4991" y="8641"/>
                    </a:cubicBezTo>
                    <a:cubicBezTo>
                      <a:pt x="4991" y="8641"/>
                      <a:pt x="4991" y="12095"/>
                      <a:pt x="4991" y="14090"/>
                    </a:cubicBezTo>
                    <a:cubicBezTo>
                      <a:pt x="4991" y="16084"/>
                      <a:pt x="4644" y="16682"/>
                      <a:pt x="3835" y="16814"/>
                    </a:cubicBezTo>
                    <a:cubicBezTo>
                      <a:pt x="4110" y="18259"/>
                      <a:pt x="6227" y="19045"/>
                      <a:pt x="6227" y="19045"/>
                    </a:cubicBezTo>
                    <a:lnTo>
                      <a:pt x="7039" y="19260"/>
                    </a:lnTo>
                    <a:cubicBezTo>
                      <a:pt x="7240" y="18538"/>
                      <a:pt x="7823" y="18011"/>
                      <a:pt x="8518" y="18011"/>
                    </a:cubicBezTo>
                    <a:cubicBezTo>
                      <a:pt x="9381" y="18011"/>
                      <a:pt x="10080" y="18814"/>
                      <a:pt x="10080" y="19805"/>
                    </a:cubicBezTo>
                    <a:cubicBezTo>
                      <a:pt x="10080" y="20797"/>
                      <a:pt x="9381" y="21600"/>
                      <a:pt x="8518" y="21600"/>
                    </a:cubicBezTo>
                    <a:cubicBezTo>
                      <a:pt x="7882" y="21600"/>
                      <a:pt x="6991" y="21120"/>
                      <a:pt x="7040" y="19962"/>
                    </a:cubicBezTo>
                    <a:lnTo>
                      <a:pt x="7008" y="19867"/>
                    </a:lnTo>
                    <a:cubicBezTo>
                      <a:pt x="5233" y="19736"/>
                      <a:pt x="3559" y="18094"/>
                      <a:pt x="3120" y="17014"/>
                    </a:cubicBezTo>
                    <a:cubicBezTo>
                      <a:pt x="3120" y="17014"/>
                      <a:pt x="1030" y="17301"/>
                      <a:pt x="134" y="12228"/>
                    </a:cubicBezTo>
                    <a:close/>
                    <a:moveTo>
                      <a:pt x="134" y="12228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87" name="Group 87"/>
              <p:cNvGrpSpPr/>
              <p:nvPr/>
            </p:nvGrpSpPr>
            <p:grpSpPr bwMode="auto">
              <a:xfrm>
                <a:off x="0" y="0"/>
                <a:ext cx="7048" cy="3960"/>
                <a:chOff x="0" y="0"/>
                <a:chExt cx="7048" cy="3960"/>
              </a:xfrm>
            </p:grpSpPr>
            <p:sp>
              <p:nvSpPr>
                <p:cNvPr id="92" name="Freeform: Shape 92"/>
                <p:cNvSpPr/>
                <p:nvPr/>
              </p:nvSpPr>
              <p:spPr bwMode="auto">
                <a:xfrm>
                  <a:off x="0" y="0"/>
                  <a:ext cx="7048" cy="39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434" y="10484"/>
                      </a:moveTo>
                      <a:cubicBezTo>
                        <a:pt x="1893" y="10484"/>
                        <a:pt x="639" y="12721"/>
                        <a:pt x="639" y="15471"/>
                      </a:cubicBezTo>
                      <a:cubicBezTo>
                        <a:pt x="639" y="18223"/>
                        <a:pt x="1893" y="20461"/>
                        <a:pt x="3434" y="20461"/>
                      </a:cubicBezTo>
                      <a:lnTo>
                        <a:pt x="17456" y="20461"/>
                      </a:lnTo>
                      <a:cubicBezTo>
                        <a:pt x="19389" y="20461"/>
                        <a:pt x="20962" y="17656"/>
                        <a:pt x="20962" y="14207"/>
                      </a:cubicBezTo>
                      <a:cubicBezTo>
                        <a:pt x="20962" y="10762"/>
                        <a:pt x="19389" y="7960"/>
                        <a:pt x="17456" y="7960"/>
                      </a:cubicBezTo>
                      <a:cubicBezTo>
                        <a:pt x="17314" y="7960"/>
                        <a:pt x="17162" y="7980"/>
                        <a:pt x="16978" y="8025"/>
                      </a:cubicBezTo>
                      <a:cubicBezTo>
                        <a:pt x="16886" y="8047"/>
                        <a:pt x="16794" y="7997"/>
                        <a:pt x="16725" y="7889"/>
                      </a:cubicBezTo>
                      <a:cubicBezTo>
                        <a:pt x="16655" y="7781"/>
                        <a:pt x="16616" y="7625"/>
                        <a:pt x="16616" y="7461"/>
                      </a:cubicBezTo>
                      <a:cubicBezTo>
                        <a:pt x="16616" y="7423"/>
                        <a:pt x="16617" y="7392"/>
                        <a:pt x="16618" y="7372"/>
                      </a:cubicBezTo>
                      <a:cubicBezTo>
                        <a:pt x="16613" y="3933"/>
                        <a:pt x="15042" y="1139"/>
                        <a:pt x="13113" y="1139"/>
                      </a:cubicBezTo>
                      <a:cubicBezTo>
                        <a:pt x="11481" y="1139"/>
                        <a:pt x="10042" y="3203"/>
                        <a:pt x="9691" y="6047"/>
                      </a:cubicBezTo>
                      <a:cubicBezTo>
                        <a:pt x="9667" y="6237"/>
                        <a:pt x="9591" y="6393"/>
                        <a:pt x="9489" y="6460"/>
                      </a:cubicBezTo>
                      <a:cubicBezTo>
                        <a:pt x="9386" y="6526"/>
                        <a:pt x="9272" y="6495"/>
                        <a:pt x="9185" y="6377"/>
                      </a:cubicBezTo>
                      <a:cubicBezTo>
                        <a:pt x="8694" y="5708"/>
                        <a:pt x="8110" y="5355"/>
                        <a:pt x="7496" y="5355"/>
                      </a:cubicBezTo>
                      <a:cubicBezTo>
                        <a:pt x="5975" y="5355"/>
                        <a:pt x="4748" y="7481"/>
                        <a:pt x="4703" y="10197"/>
                      </a:cubicBezTo>
                      <a:cubicBezTo>
                        <a:pt x="4700" y="10375"/>
                        <a:pt x="4650" y="10541"/>
                        <a:pt x="4568" y="10645"/>
                      </a:cubicBezTo>
                      <a:cubicBezTo>
                        <a:pt x="4486" y="10748"/>
                        <a:pt x="4382" y="10776"/>
                        <a:pt x="4286" y="10722"/>
                      </a:cubicBezTo>
                      <a:cubicBezTo>
                        <a:pt x="4010" y="10564"/>
                        <a:pt x="3723" y="10484"/>
                        <a:pt x="3434" y="10484"/>
                      </a:cubicBezTo>
                      <a:close/>
                      <a:moveTo>
                        <a:pt x="17456" y="21600"/>
                      </a:moveTo>
                      <a:lnTo>
                        <a:pt x="3434" y="21600"/>
                      </a:lnTo>
                      <a:cubicBezTo>
                        <a:pt x="1540" y="21600"/>
                        <a:pt x="0" y="18851"/>
                        <a:pt x="0" y="15471"/>
                      </a:cubicBezTo>
                      <a:cubicBezTo>
                        <a:pt x="0" y="12093"/>
                        <a:pt x="1540" y="9345"/>
                        <a:pt x="3434" y="9345"/>
                      </a:cubicBezTo>
                      <a:cubicBezTo>
                        <a:pt x="3658" y="9345"/>
                        <a:pt x="3880" y="9384"/>
                        <a:pt x="4099" y="9461"/>
                      </a:cubicBezTo>
                      <a:cubicBezTo>
                        <a:pt x="4206" y="8130"/>
                        <a:pt x="4555" y="6903"/>
                        <a:pt x="5102" y="5952"/>
                      </a:cubicBezTo>
                      <a:cubicBezTo>
                        <a:pt x="5745" y="4832"/>
                        <a:pt x="6596" y="4216"/>
                        <a:pt x="7496" y="4216"/>
                      </a:cubicBezTo>
                      <a:cubicBezTo>
                        <a:pt x="8097" y="4216"/>
                        <a:pt x="8675" y="4491"/>
                        <a:pt x="9190" y="5018"/>
                      </a:cubicBezTo>
                      <a:cubicBezTo>
                        <a:pt x="9440" y="3711"/>
                        <a:pt x="9894" y="2538"/>
                        <a:pt x="10499" y="1658"/>
                      </a:cubicBezTo>
                      <a:cubicBezTo>
                        <a:pt x="11235" y="589"/>
                        <a:pt x="12163" y="0"/>
                        <a:pt x="13113" y="0"/>
                      </a:cubicBezTo>
                      <a:cubicBezTo>
                        <a:pt x="15293" y="0"/>
                        <a:pt x="17085" y="3017"/>
                        <a:pt x="17245" y="6833"/>
                      </a:cubicBezTo>
                      <a:cubicBezTo>
                        <a:pt x="17318" y="6825"/>
                        <a:pt x="17388" y="6821"/>
                        <a:pt x="17456" y="6821"/>
                      </a:cubicBezTo>
                      <a:cubicBezTo>
                        <a:pt x="19741" y="6821"/>
                        <a:pt x="21600" y="10135"/>
                        <a:pt x="21600" y="14207"/>
                      </a:cubicBezTo>
                      <a:cubicBezTo>
                        <a:pt x="21600" y="18284"/>
                        <a:pt x="19741" y="21600"/>
                        <a:pt x="17456" y="21600"/>
                      </a:cubicBezTo>
                      <a:close/>
                      <a:moveTo>
                        <a:pt x="17456" y="21600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3" name="Group 93"/>
                <p:cNvGrpSpPr/>
                <p:nvPr/>
              </p:nvGrpSpPr>
              <p:grpSpPr bwMode="auto">
                <a:xfrm>
                  <a:off x="2672" y="1617"/>
                  <a:ext cx="1203" cy="889"/>
                  <a:chOff x="0" y="0"/>
                  <a:chExt cx="1203" cy="889"/>
                </a:xfrm>
              </p:grpSpPr>
              <p:sp>
                <p:nvSpPr>
                  <p:cNvPr id="117" name="Freeform: Shape 117"/>
                  <p:cNvSpPr/>
                  <p:nvPr/>
                </p:nvSpPr>
                <p:spPr bwMode="auto">
                  <a:xfrm>
                    <a:off x="669" y="0"/>
                    <a:ext cx="534" cy="53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220" h="21401">
                        <a:moveTo>
                          <a:pt x="7221" y="9354"/>
                        </a:moveTo>
                        <a:cubicBezTo>
                          <a:pt x="7968" y="7474"/>
                          <a:pt x="10089" y="6557"/>
                          <a:pt x="11961" y="7310"/>
                        </a:cubicBezTo>
                        <a:cubicBezTo>
                          <a:pt x="13830" y="8062"/>
                          <a:pt x="14740" y="10198"/>
                          <a:pt x="13992" y="12078"/>
                        </a:cubicBezTo>
                        <a:cubicBezTo>
                          <a:pt x="13245" y="13959"/>
                          <a:pt x="11121" y="14873"/>
                          <a:pt x="9253" y="14122"/>
                        </a:cubicBezTo>
                        <a:cubicBezTo>
                          <a:pt x="7381" y="13369"/>
                          <a:pt x="6474" y="11235"/>
                          <a:pt x="7221" y="9354"/>
                        </a:cubicBezTo>
                        <a:close/>
                        <a:moveTo>
                          <a:pt x="16" y="7854"/>
                        </a:moveTo>
                        <a:cubicBezTo>
                          <a:pt x="16" y="7854"/>
                          <a:pt x="-143" y="8219"/>
                          <a:pt x="536" y="8520"/>
                        </a:cubicBezTo>
                        <a:lnTo>
                          <a:pt x="2237" y="9499"/>
                        </a:lnTo>
                        <a:cubicBezTo>
                          <a:pt x="2237" y="9499"/>
                          <a:pt x="2742" y="9769"/>
                          <a:pt x="2792" y="10552"/>
                        </a:cubicBezTo>
                        <a:cubicBezTo>
                          <a:pt x="2792" y="10552"/>
                          <a:pt x="2978" y="11523"/>
                          <a:pt x="2611" y="11806"/>
                        </a:cubicBezTo>
                        <a:lnTo>
                          <a:pt x="354" y="13334"/>
                        </a:lnTo>
                        <a:cubicBezTo>
                          <a:pt x="354" y="13334"/>
                          <a:pt x="-85" y="13533"/>
                          <a:pt x="74" y="14105"/>
                        </a:cubicBezTo>
                        <a:lnTo>
                          <a:pt x="1005" y="16181"/>
                        </a:lnTo>
                        <a:cubicBezTo>
                          <a:pt x="1005" y="16181"/>
                          <a:pt x="1382" y="16641"/>
                          <a:pt x="1834" y="16407"/>
                        </a:cubicBezTo>
                        <a:lnTo>
                          <a:pt x="3675" y="15863"/>
                        </a:lnTo>
                        <a:cubicBezTo>
                          <a:pt x="3675" y="15863"/>
                          <a:pt x="4409" y="15556"/>
                          <a:pt x="5074" y="16293"/>
                        </a:cubicBezTo>
                        <a:cubicBezTo>
                          <a:pt x="5074" y="16293"/>
                          <a:pt x="5844" y="16936"/>
                          <a:pt x="5712" y="17566"/>
                        </a:cubicBezTo>
                        <a:lnTo>
                          <a:pt x="5149" y="19856"/>
                        </a:lnTo>
                        <a:cubicBezTo>
                          <a:pt x="5149" y="19856"/>
                          <a:pt x="4941" y="20377"/>
                          <a:pt x="5617" y="20622"/>
                        </a:cubicBezTo>
                        <a:lnTo>
                          <a:pt x="7511" y="21384"/>
                        </a:lnTo>
                        <a:cubicBezTo>
                          <a:pt x="7511" y="21384"/>
                          <a:pt x="8125" y="21510"/>
                          <a:pt x="8344" y="21062"/>
                        </a:cubicBezTo>
                        <a:lnTo>
                          <a:pt x="9366" y="19197"/>
                        </a:lnTo>
                        <a:cubicBezTo>
                          <a:pt x="9366" y="19197"/>
                          <a:pt x="9567" y="18620"/>
                          <a:pt x="10384" y="18575"/>
                        </a:cubicBezTo>
                        <a:cubicBezTo>
                          <a:pt x="10384" y="18575"/>
                          <a:pt x="11476" y="18305"/>
                          <a:pt x="11914" y="19016"/>
                        </a:cubicBezTo>
                        <a:lnTo>
                          <a:pt x="13125" y="20990"/>
                        </a:lnTo>
                        <a:cubicBezTo>
                          <a:pt x="13125" y="20990"/>
                          <a:pt x="13308" y="21467"/>
                          <a:pt x="14059" y="21286"/>
                        </a:cubicBezTo>
                        <a:lnTo>
                          <a:pt x="15843" y="20516"/>
                        </a:lnTo>
                        <a:cubicBezTo>
                          <a:pt x="15843" y="20516"/>
                          <a:pt x="16456" y="20214"/>
                          <a:pt x="16207" y="19565"/>
                        </a:cubicBezTo>
                        <a:lnTo>
                          <a:pt x="15652" y="17480"/>
                        </a:lnTo>
                        <a:cubicBezTo>
                          <a:pt x="15652" y="17480"/>
                          <a:pt x="15453" y="16944"/>
                          <a:pt x="16136" y="16294"/>
                        </a:cubicBezTo>
                        <a:cubicBezTo>
                          <a:pt x="16136" y="16294"/>
                          <a:pt x="16781" y="15443"/>
                          <a:pt x="17509" y="15655"/>
                        </a:cubicBezTo>
                        <a:lnTo>
                          <a:pt x="19586" y="16156"/>
                        </a:lnTo>
                        <a:cubicBezTo>
                          <a:pt x="19586" y="16156"/>
                          <a:pt x="20199" y="16389"/>
                          <a:pt x="20463" y="15759"/>
                        </a:cubicBezTo>
                        <a:lnTo>
                          <a:pt x="21152" y="13959"/>
                        </a:lnTo>
                        <a:cubicBezTo>
                          <a:pt x="21152" y="13959"/>
                          <a:pt x="21457" y="13293"/>
                          <a:pt x="20778" y="12926"/>
                        </a:cubicBezTo>
                        <a:lnTo>
                          <a:pt x="18801" y="11902"/>
                        </a:lnTo>
                        <a:cubicBezTo>
                          <a:pt x="18801" y="11902"/>
                          <a:pt x="18292" y="11376"/>
                          <a:pt x="18319" y="10704"/>
                        </a:cubicBezTo>
                        <a:cubicBezTo>
                          <a:pt x="18319" y="10704"/>
                          <a:pt x="18299" y="9652"/>
                          <a:pt x="18902" y="9372"/>
                        </a:cubicBezTo>
                        <a:lnTo>
                          <a:pt x="20739" y="8216"/>
                        </a:lnTo>
                        <a:cubicBezTo>
                          <a:pt x="20739" y="8216"/>
                          <a:pt x="21262" y="7864"/>
                          <a:pt x="21091" y="7372"/>
                        </a:cubicBezTo>
                        <a:lnTo>
                          <a:pt x="20125" y="5225"/>
                        </a:lnTo>
                        <a:cubicBezTo>
                          <a:pt x="20125" y="5225"/>
                          <a:pt x="19812" y="4871"/>
                          <a:pt x="19452" y="5025"/>
                        </a:cubicBezTo>
                        <a:lnTo>
                          <a:pt x="17026" y="5720"/>
                        </a:lnTo>
                        <a:cubicBezTo>
                          <a:pt x="17026" y="5720"/>
                          <a:pt x="16281" y="5653"/>
                          <a:pt x="15831" y="4976"/>
                        </a:cubicBezTo>
                        <a:cubicBezTo>
                          <a:pt x="15831" y="4976"/>
                          <a:pt x="15301" y="4334"/>
                          <a:pt x="15305" y="4055"/>
                        </a:cubicBezTo>
                        <a:cubicBezTo>
                          <a:pt x="15305" y="4055"/>
                          <a:pt x="15907" y="1671"/>
                          <a:pt x="15941" y="1551"/>
                        </a:cubicBezTo>
                        <a:cubicBezTo>
                          <a:pt x="15941" y="1551"/>
                          <a:pt x="16115" y="1046"/>
                          <a:pt x="15638" y="840"/>
                        </a:cubicBezTo>
                        <a:lnTo>
                          <a:pt x="13623" y="16"/>
                        </a:lnTo>
                        <a:cubicBezTo>
                          <a:pt x="13623" y="16"/>
                          <a:pt x="13158" y="-90"/>
                          <a:pt x="12976" y="238"/>
                        </a:cubicBezTo>
                        <a:lnTo>
                          <a:pt x="11589" y="2654"/>
                        </a:lnTo>
                        <a:cubicBezTo>
                          <a:pt x="11589" y="2654"/>
                          <a:pt x="11020" y="3013"/>
                          <a:pt x="10436" y="2940"/>
                        </a:cubicBezTo>
                        <a:cubicBezTo>
                          <a:pt x="10436" y="2940"/>
                          <a:pt x="9432" y="2790"/>
                          <a:pt x="9204" y="2457"/>
                        </a:cubicBezTo>
                        <a:lnTo>
                          <a:pt x="8028" y="524"/>
                        </a:lnTo>
                        <a:cubicBezTo>
                          <a:pt x="8028" y="524"/>
                          <a:pt x="7739" y="-87"/>
                          <a:pt x="7174" y="128"/>
                        </a:cubicBezTo>
                        <a:lnTo>
                          <a:pt x="5170" y="983"/>
                        </a:lnTo>
                        <a:cubicBezTo>
                          <a:pt x="5170" y="983"/>
                          <a:pt x="4766" y="1167"/>
                          <a:pt x="4889" y="1660"/>
                        </a:cubicBezTo>
                        <a:lnTo>
                          <a:pt x="5543" y="4064"/>
                        </a:lnTo>
                        <a:cubicBezTo>
                          <a:pt x="5543" y="4064"/>
                          <a:pt x="5806" y="4774"/>
                          <a:pt x="4817" y="5487"/>
                        </a:cubicBezTo>
                        <a:cubicBezTo>
                          <a:pt x="4817" y="5487"/>
                          <a:pt x="4223" y="6146"/>
                          <a:pt x="3267" y="5868"/>
                        </a:cubicBezTo>
                        <a:cubicBezTo>
                          <a:pt x="2314" y="5591"/>
                          <a:pt x="1443" y="5401"/>
                          <a:pt x="1443" y="5401"/>
                        </a:cubicBezTo>
                        <a:cubicBezTo>
                          <a:pt x="1443" y="5401"/>
                          <a:pt x="941" y="5227"/>
                          <a:pt x="722" y="5741"/>
                        </a:cubicBezTo>
                        <a:cubicBezTo>
                          <a:pt x="504" y="6256"/>
                          <a:pt x="16" y="7854"/>
                          <a:pt x="16" y="7854"/>
                        </a:cubicBezTo>
                        <a:close/>
                        <a:moveTo>
                          <a:pt x="16" y="7854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8" name="Freeform: Shape 118"/>
                  <p:cNvSpPr/>
                  <p:nvPr/>
                </p:nvSpPr>
                <p:spPr bwMode="auto">
                  <a:xfrm>
                    <a:off x="0" y="116"/>
                    <a:ext cx="773" cy="773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596" h="21562">
                        <a:moveTo>
                          <a:pt x="6714" y="10868"/>
                        </a:moveTo>
                        <a:cubicBezTo>
                          <a:pt x="6662" y="8613"/>
                          <a:pt x="8448" y="6742"/>
                          <a:pt x="10703" y="6691"/>
                        </a:cubicBezTo>
                        <a:cubicBezTo>
                          <a:pt x="12958" y="6638"/>
                          <a:pt x="14828" y="8426"/>
                          <a:pt x="14879" y="10682"/>
                        </a:cubicBezTo>
                        <a:cubicBezTo>
                          <a:pt x="14931" y="12938"/>
                          <a:pt x="13145" y="14808"/>
                          <a:pt x="10890" y="14860"/>
                        </a:cubicBezTo>
                        <a:cubicBezTo>
                          <a:pt x="8634" y="14912"/>
                          <a:pt x="6765" y="13124"/>
                          <a:pt x="6714" y="10868"/>
                        </a:cubicBezTo>
                        <a:close/>
                        <a:moveTo>
                          <a:pt x="170" y="12283"/>
                        </a:moveTo>
                        <a:cubicBezTo>
                          <a:pt x="170" y="12283"/>
                          <a:pt x="167" y="12671"/>
                          <a:pt x="893" y="12678"/>
                        </a:cubicBezTo>
                        <a:lnTo>
                          <a:pt x="2798" y="12901"/>
                        </a:lnTo>
                        <a:cubicBezTo>
                          <a:pt x="2798" y="12901"/>
                          <a:pt x="3356" y="12949"/>
                          <a:pt x="3698" y="13631"/>
                        </a:cubicBezTo>
                        <a:cubicBezTo>
                          <a:pt x="3698" y="13631"/>
                          <a:pt x="4237" y="14429"/>
                          <a:pt x="4016" y="14823"/>
                        </a:cubicBezTo>
                        <a:lnTo>
                          <a:pt x="2566" y="17058"/>
                        </a:lnTo>
                        <a:cubicBezTo>
                          <a:pt x="2566" y="17058"/>
                          <a:pt x="2247" y="17405"/>
                          <a:pt x="2608" y="17857"/>
                        </a:cubicBezTo>
                        <a:lnTo>
                          <a:pt x="4240" y="19357"/>
                        </a:lnTo>
                        <a:cubicBezTo>
                          <a:pt x="4240" y="19357"/>
                          <a:pt x="4755" y="19624"/>
                          <a:pt x="5073" y="19241"/>
                        </a:cubicBezTo>
                        <a:lnTo>
                          <a:pt x="6521" y="18046"/>
                        </a:lnTo>
                        <a:cubicBezTo>
                          <a:pt x="6521" y="18046"/>
                          <a:pt x="7066" y="17489"/>
                          <a:pt x="7946" y="17893"/>
                        </a:cubicBezTo>
                        <a:cubicBezTo>
                          <a:pt x="7946" y="17893"/>
                          <a:pt x="8884" y="18174"/>
                          <a:pt x="9007" y="18788"/>
                        </a:cubicBezTo>
                        <a:lnTo>
                          <a:pt x="9374" y="21057"/>
                        </a:lnTo>
                        <a:cubicBezTo>
                          <a:pt x="9374" y="21057"/>
                          <a:pt x="9386" y="21600"/>
                          <a:pt x="10087" y="21560"/>
                        </a:cubicBezTo>
                        <a:lnTo>
                          <a:pt x="12082" y="21515"/>
                        </a:lnTo>
                        <a:cubicBezTo>
                          <a:pt x="12082" y="21515"/>
                          <a:pt x="12686" y="21391"/>
                          <a:pt x="12710" y="20907"/>
                        </a:cubicBezTo>
                        <a:lnTo>
                          <a:pt x="12917" y="18845"/>
                        </a:lnTo>
                        <a:cubicBezTo>
                          <a:pt x="12917" y="18845"/>
                          <a:pt x="12880" y="18252"/>
                          <a:pt x="13598" y="17897"/>
                        </a:cubicBezTo>
                        <a:cubicBezTo>
                          <a:pt x="13598" y="17897"/>
                          <a:pt x="14478" y="17235"/>
                          <a:pt x="15142" y="17704"/>
                        </a:cubicBezTo>
                        <a:lnTo>
                          <a:pt x="16987" y="19005"/>
                        </a:lnTo>
                        <a:cubicBezTo>
                          <a:pt x="16987" y="19005"/>
                          <a:pt x="17334" y="19361"/>
                          <a:pt x="17941" y="18910"/>
                        </a:cubicBezTo>
                        <a:lnTo>
                          <a:pt x="19252" y="17537"/>
                        </a:lnTo>
                        <a:cubicBezTo>
                          <a:pt x="19252" y="17537"/>
                          <a:pt x="19689" y="17030"/>
                          <a:pt x="19218" y="16544"/>
                        </a:cubicBezTo>
                        <a:lnTo>
                          <a:pt x="17922" y="14892"/>
                        </a:lnTo>
                        <a:cubicBezTo>
                          <a:pt x="17922" y="14892"/>
                          <a:pt x="17537" y="14489"/>
                          <a:pt x="17905" y="13645"/>
                        </a:cubicBezTo>
                        <a:cubicBezTo>
                          <a:pt x="17905" y="13645"/>
                          <a:pt x="18161" y="12634"/>
                          <a:pt x="18897" y="12544"/>
                        </a:cubicBezTo>
                        <a:lnTo>
                          <a:pt x="20958" y="12194"/>
                        </a:lnTo>
                        <a:cubicBezTo>
                          <a:pt x="20958" y="12194"/>
                          <a:pt x="21599" y="12168"/>
                          <a:pt x="21596" y="11502"/>
                        </a:cubicBezTo>
                        <a:lnTo>
                          <a:pt x="21528" y="9627"/>
                        </a:lnTo>
                        <a:cubicBezTo>
                          <a:pt x="21528" y="9627"/>
                          <a:pt x="21548" y="8912"/>
                          <a:pt x="20796" y="8844"/>
                        </a:cubicBezTo>
                        <a:lnTo>
                          <a:pt x="18628" y="8688"/>
                        </a:lnTo>
                        <a:cubicBezTo>
                          <a:pt x="18628" y="8688"/>
                          <a:pt x="17967" y="8413"/>
                          <a:pt x="17736" y="7801"/>
                        </a:cubicBezTo>
                        <a:cubicBezTo>
                          <a:pt x="17736" y="7801"/>
                          <a:pt x="17316" y="6867"/>
                          <a:pt x="17752" y="6384"/>
                        </a:cubicBezTo>
                        <a:lnTo>
                          <a:pt x="18963" y="4643"/>
                        </a:lnTo>
                        <a:cubicBezTo>
                          <a:pt x="18963" y="4643"/>
                          <a:pt x="19301" y="4127"/>
                          <a:pt x="18958" y="3753"/>
                        </a:cubicBezTo>
                        <a:lnTo>
                          <a:pt x="17270" y="2201"/>
                        </a:lnTo>
                        <a:cubicBezTo>
                          <a:pt x="17270" y="2201"/>
                          <a:pt x="16852" y="2004"/>
                          <a:pt x="16588" y="2281"/>
                        </a:cubicBezTo>
                        <a:lnTo>
                          <a:pt x="14669" y="3835"/>
                        </a:lnTo>
                        <a:cubicBezTo>
                          <a:pt x="14669" y="3835"/>
                          <a:pt x="13972" y="4062"/>
                          <a:pt x="13308" y="3629"/>
                        </a:cubicBezTo>
                        <a:cubicBezTo>
                          <a:pt x="13308" y="3629"/>
                          <a:pt x="12586" y="3258"/>
                          <a:pt x="12483" y="3006"/>
                        </a:cubicBezTo>
                        <a:cubicBezTo>
                          <a:pt x="12483" y="3006"/>
                          <a:pt x="12115" y="641"/>
                          <a:pt x="12099" y="520"/>
                        </a:cubicBezTo>
                        <a:cubicBezTo>
                          <a:pt x="12099" y="520"/>
                          <a:pt x="12064" y="1"/>
                          <a:pt x="11555" y="0"/>
                        </a:cubicBezTo>
                        <a:lnTo>
                          <a:pt x="9427" y="38"/>
                        </a:lnTo>
                        <a:cubicBezTo>
                          <a:pt x="9427" y="38"/>
                          <a:pt x="8969" y="119"/>
                          <a:pt x="8928" y="484"/>
                        </a:cubicBezTo>
                        <a:lnTo>
                          <a:pt x="8602" y="3179"/>
                        </a:lnTo>
                        <a:cubicBezTo>
                          <a:pt x="8602" y="3179"/>
                          <a:pt x="8228" y="3721"/>
                          <a:pt x="7675" y="3878"/>
                        </a:cubicBezTo>
                        <a:cubicBezTo>
                          <a:pt x="7675" y="3878"/>
                          <a:pt x="6712" y="4130"/>
                          <a:pt x="6381" y="3920"/>
                        </a:cubicBezTo>
                        <a:lnTo>
                          <a:pt x="4585" y="2641"/>
                        </a:lnTo>
                        <a:cubicBezTo>
                          <a:pt x="4585" y="2641"/>
                          <a:pt x="4091" y="2204"/>
                          <a:pt x="3665" y="2614"/>
                        </a:cubicBezTo>
                        <a:lnTo>
                          <a:pt x="2187" y="4149"/>
                        </a:lnTo>
                        <a:cubicBezTo>
                          <a:pt x="2187" y="4149"/>
                          <a:pt x="1892" y="4471"/>
                          <a:pt x="2192" y="4864"/>
                        </a:cubicBezTo>
                        <a:lnTo>
                          <a:pt x="3699" y="6766"/>
                        </a:lnTo>
                        <a:cubicBezTo>
                          <a:pt x="3699" y="6766"/>
                          <a:pt x="4207" y="7300"/>
                          <a:pt x="3589" y="8318"/>
                        </a:cubicBezTo>
                        <a:cubicBezTo>
                          <a:pt x="3589" y="8318"/>
                          <a:pt x="3305" y="9136"/>
                          <a:pt x="2339" y="9254"/>
                        </a:cubicBezTo>
                        <a:cubicBezTo>
                          <a:pt x="1374" y="9374"/>
                          <a:pt x="519" y="9539"/>
                          <a:pt x="519" y="9539"/>
                        </a:cubicBezTo>
                        <a:cubicBezTo>
                          <a:pt x="519" y="9539"/>
                          <a:pt x="-1" y="9574"/>
                          <a:pt x="0" y="10120"/>
                        </a:cubicBezTo>
                        <a:cubicBezTo>
                          <a:pt x="0" y="10665"/>
                          <a:pt x="170" y="12283"/>
                          <a:pt x="170" y="12283"/>
                        </a:cubicBezTo>
                        <a:close/>
                        <a:moveTo>
                          <a:pt x="170" y="1228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94" name="Freeform: Shape 94"/>
                <p:cNvSpPr/>
                <p:nvPr/>
              </p:nvSpPr>
              <p:spPr bwMode="auto">
                <a:xfrm>
                  <a:off x="3257" y="1044"/>
                  <a:ext cx="533" cy="41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44" h="21334">
                      <a:moveTo>
                        <a:pt x="10347" y="11187"/>
                      </a:moveTo>
                      <a:cubicBezTo>
                        <a:pt x="10058" y="10978"/>
                        <a:pt x="9855" y="10582"/>
                        <a:pt x="9730" y="9980"/>
                      </a:cubicBezTo>
                      <a:cubicBezTo>
                        <a:pt x="10138" y="9957"/>
                        <a:pt x="10480" y="10038"/>
                        <a:pt x="10744" y="10229"/>
                      </a:cubicBezTo>
                      <a:cubicBezTo>
                        <a:pt x="11054" y="10453"/>
                        <a:pt x="11271" y="10832"/>
                        <a:pt x="11406" y="11375"/>
                      </a:cubicBezTo>
                      <a:cubicBezTo>
                        <a:pt x="10942" y="11432"/>
                        <a:pt x="10602" y="11371"/>
                        <a:pt x="10347" y="11187"/>
                      </a:cubicBezTo>
                      <a:close/>
                      <a:moveTo>
                        <a:pt x="21069" y="7196"/>
                      </a:moveTo>
                      <a:lnTo>
                        <a:pt x="20539" y="3842"/>
                      </a:lnTo>
                      <a:cubicBezTo>
                        <a:pt x="20323" y="2469"/>
                        <a:pt x="19656" y="1290"/>
                        <a:pt x="18711" y="607"/>
                      </a:cubicBezTo>
                      <a:cubicBezTo>
                        <a:pt x="17937" y="47"/>
                        <a:pt x="17032" y="-133"/>
                        <a:pt x="16164" y="97"/>
                      </a:cubicBezTo>
                      <a:lnTo>
                        <a:pt x="9646" y="1824"/>
                      </a:lnTo>
                      <a:cubicBezTo>
                        <a:pt x="8102" y="2233"/>
                        <a:pt x="6923" y="3870"/>
                        <a:pt x="6713" y="5895"/>
                      </a:cubicBezTo>
                      <a:lnTo>
                        <a:pt x="6642" y="6580"/>
                      </a:lnTo>
                      <a:lnTo>
                        <a:pt x="9385" y="5853"/>
                      </a:lnTo>
                      <a:lnTo>
                        <a:pt x="9472" y="5692"/>
                      </a:lnTo>
                      <a:cubicBezTo>
                        <a:pt x="9721" y="5234"/>
                        <a:pt x="10207" y="4921"/>
                        <a:pt x="11002" y="4712"/>
                      </a:cubicBezTo>
                      <a:lnTo>
                        <a:pt x="15791" y="3442"/>
                      </a:lnTo>
                      <a:cubicBezTo>
                        <a:pt x="16485" y="3258"/>
                        <a:pt x="17034" y="3306"/>
                        <a:pt x="17423" y="3587"/>
                      </a:cubicBezTo>
                      <a:cubicBezTo>
                        <a:pt x="17801" y="3860"/>
                        <a:pt x="18043" y="4359"/>
                        <a:pt x="18164" y="5109"/>
                      </a:cubicBezTo>
                      <a:lnTo>
                        <a:pt x="18496" y="7214"/>
                      </a:lnTo>
                      <a:cubicBezTo>
                        <a:pt x="18686" y="8813"/>
                        <a:pt x="18200" y="9615"/>
                        <a:pt x="16822" y="9980"/>
                      </a:cubicBezTo>
                      <a:lnTo>
                        <a:pt x="13904" y="10754"/>
                      </a:lnTo>
                      <a:lnTo>
                        <a:pt x="13861" y="10483"/>
                      </a:lnTo>
                      <a:cubicBezTo>
                        <a:pt x="13644" y="9110"/>
                        <a:pt x="12978" y="7932"/>
                        <a:pt x="12033" y="7249"/>
                      </a:cubicBezTo>
                      <a:cubicBezTo>
                        <a:pt x="11259" y="6689"/>
                        <a:pt x="10353" y="6507"/>
                        <a:pt x="9484" y="6737"/>
                      </a:cubicBezTo>
                      <a:lnTo>
                        <a:pt x="2967" y="8467"/>
                      </a:lnTo>
                      <a:cubicBezTo>
                        <a:pt x="1996" y="8724"/>
                        <a:pt x="1161" y="9456"/>
                        <a:pt x="615" y="10528"/>
                      </a:cubicBezTo>
                      <a:cubicBezTo>
                        <a:pt x="70" y="11598"/>
                        <a:pt x="-122" y="12881"/>
                        <a:pt x="77" y="14139"/>
                      </a:cubicBezTo>
                      <a:lnTo>
                        <a:pt x="606" y="17490"/>
                      </a:lnTo>
                      <a:cubicBezTo>
                        <a:pt x="824" y="18862"/>
                        <a:pt x="1490" y="20041"/>
                        <a:pt x="2434" y="20726"/>
                      </a:cubicBezTo>
                      <a:cubicBezTo>
                        <a:pt x="2435" y="20727"/>
                        <a:pt x="2435" y="20727"/>
                        <a:pt x="2435" y="20727"/>
                      </a:cubicBezTo>
                      <a:cubicBezTo>
                        <a:pt x="3209" y="21286"/>
                        <a:pt x="4114" y="21467"/>
                        <a:pt x="4983" y="21237"/>
                      </a:cubicBezTo>
                      <a:lnTo>
                        <a:pt x="11499" y="19509"/>
                      </a:lnTo>
                      <a:cubicBezTo>
                        <a:pt x="13072" y="19092"/>
                        <a:pt x="14254" y="17424"/>
                        <a:pt x="14440" y="15358"/>
                      </a:cubicBezTo>
                      <a:lnTo>
                        <a:pt x="14502" y="14684"/>
                      </a:lnTo>
                      <a:lnTo>
                        <a:pt x="11718" y="15421"/>
                      </a:lnTo>
                      <a:lnTo>
                        <a:pt x="11631" y="15593"/>
                      </a:lnTo>
                      <a:cubicBezTo>
                        <a:pt x="11383" y="16086"/>
                        <a:pt x="10897" y="16422"/>
                        <a:pt x="10145" y="16622"/>
                      </a:cubicBezTo>
                      <a:lnTo>
                        <a:pt x="5356" y="17892"/>
                      </a:lnTo>
                      <a:cubicBezTo>
                        <a:pt x="4547" y="18105"/>
                        <a:pt x="4027" y="18086"/>
                        <a:pt x="3669" y="17827"/>
                      </a:cubicBezTo>
                      <a:cubicBezTo>
                        <a:pt x="3319" y="17575"/>
                        <a:pt x="3095" y="17055"/>
                        <a:pt x="2982" y="16223"/>
                      </a:cubicBezTo>
                      <a:lnTo>
                        <a:pt x="2646" y="14090"/>
                      </a:lnTo>
                      <a:cubicBezTo>
                        <a:pt x="2523" y="13343"/>
                        <a:pt x="2565" y="12781"/>
                        <a:pt x="2774" y="12368"/>
                      </a:cubicBezTo>
                      <a:cubicBezTo>
                        <a:pt x="3016" y="11891"/>
                        <a:pt x="3508" y="11568"/>
                        <a:pt x="4323" y="11352"/>
                      </a:cubicBezTo>
                      <a:lnTo>
                        <a:pt x="7242" y="10579"/>
                      </a:lnTo>
                      <a:lnTo>
                        <a:pt x="7284" y="10848"/>
                      </a:lnTo>
                      <a:cubicBezTo>
                        <a:pt x="7501" y="12222"/>
                        <a:pt x="8168" y="13401"/>
                        <a:pt x="9112" y="14084"/>
                      </a:cubicBezTo>
                      <a:cubicBezTo>
                        <a:pt x="9887" y="14644"/>
                        <a:pt x="10793" y="14826"/>
                        <a:pt x="11662" y="14595"/>
                      </a:cubicBezTo>
                      <a:lnTo>
                        <a:pt x="18179" y="12867"/>
                      </a:lnTo>
                      <a:cubicBezTo>
                        <a:pt x="20182" y="12335"/>
                        <a:pt x="21478" y="9791"/>
                        <a:pt x="21069" y="7196"/>
                      </a:cubicBezTo>
                      <a:close/>
                      <a:moveTo>
                        <a:pt x="21069" y="7196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5" name="Group 95"/>
                <p:cNvGrpSpPr/>
                <p:nvPr/>
              </p:nvGrpSpPr>
              <p:grpSpPr bwMode="auto">
                <a:xfrm>
                  <a:off x="1886" y="1274"/>
                  <a:ext cx="766" cy="703"/>
                  <a:chOff x="0" y="0"/>
                  <a:chExt cx="766" cy="703"/>
                </a:xfrm>
              </p:grpSpPr>
              <p:sp>
                <p:nvSpPr>
                  <p:cNvPr id="114" name="Freeform: Shape 114"/>
                  <p:cNvSpPr/>
                  <p:nvPr/>
                </p:nvSpPr>
                <p:spPr bwMode="auto">
                  <a:xfrm>
                    <a:off x="0" y="362"/>
                    <a:ext cx="492" cy="3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184" h="18543">
                        <a:moveTo>
                          <a:pt x="10363" y="5"/>
                        </a:moveTo>
                        <a:cubicBezTo>
                          <a:pt x="538" y="-332"/>
                          <a:pt x="0" y="15867"/>
                          <a:pt x="0" y="15867"/>
                        </a:cubicBezTo>
                        <a:cubicBezTo>
                          <a:pt x="5817" y="21268"/>
                          <a:pt x="21104" y="16821"/>
                          <a:pt x="21104" y="16821"/>
                        </a:cubicBezTo>
                        <a:cubicBezTo>
                          <a:pt x="21374" y="16453"/>
                          <a:pt x="21600" y="393"/>
                          <a:pt x="10363" y="5"/>
                        </a:cubicBezTo>
                        <a:close/>
                        <a:moveTo>
                          <a:pt x="10363" y="5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5" name="Freeform: Shape 115"/>
                  <p:cNvSpPr/>
                  <p:nvPr/>
                </p:nvSpPr>
                <p:spPr bwMode="auto">
                  <a:xfrm>
                    <a:off x="97" y="88"/>
                    <a:ext cx="257" cy="24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19344" h="20808">
                        <a:moveTo>
                          <a:pt x="16008" y="2328"/>
                        </a:moveTo>
                        <a:cubicBezTo>
                          <a:pt x="14082" y="645"/>
                          <a:pt x="11537" y="-245"/>
                          <a:pt x="8847" y="60"/>
                        </a:cubicBezTo>
                        <a:cubicBezTo>
                          <a:pt x="3474" y="661"/>
                          <a:pt x="-466" y="5782"/>
                          <a:pt x="44" y="11498"/>
                        </a:cubicBezTo>
                        <a:cubicBezTo>
                          <a:pt x="556" y="17211"/>
                          <a:pt x="5324" y="21355"/>
                          <a:pt x="10693" y="20750"/>
                        </a:cubicBezTo>
                        <a:cubicBezTo>
                          <a:pt x="14294" y="20347"/>
                          <a:pt x="17245" y="17907"/>
                          <a:pt x="18650" y="14627"/>
                        </a:cubicBezTo>
                        <a:cubicBezTo>
                          <a:pt x="21134" y="7175"/>
                          <a:pt x="16165" y="2233"/>
                          <a:pt x="16008" y="2328"/>
                        </a:cubicBezTo>
                        <a:close/>
                        <a:moveTo>
                          <a:pt x="16008" y="2328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6" name="Freeform: Shape 116"/>
                  <p:cNvSpPr/>
                  <p:nvPr/>
                </p:nvSpPr>
                <p:spPr bwMode="auto">
                  <a:xfrm>
                    <a:off x="323" y="0"/>
                    <a:ext cx="443" cy="35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6236" y="8353"/>
                        </a:moveTo>
                        <a:lnTo>
                          <a:pt x="4552" y="8353"/>
                        </a:lnTo>
                        <a:lnTo>
                          <a:pt x="4552" y="6580"/>
                        </a:lnTo>
                        <a:lnTo>
                          <a:pt x="16236" y="6580"/>
                        </a:lnTo>
                        <a:cubicBezTo>
                          <a:pt x="16236" y="6580"/>
                          <a:pt x="16236" y="8353"/>
                          <a:pt x="16236" y="8353"/>
                        </a:cubicBezTo>
                        <a:close/>
                        <a:moveTo>
                          <a:pt x="16236" y="11901"/>
                        </a:moveTo>
                        <a:lnTo>
                          <a:pt x="4552" y="11901"/>
                        </a:lnTo>
                        <a:lnTo>
                          <a:pt x="4552" y="10127"/>
                        </a:lnTo>
                        <a:lnTo>
                          <a:pt x="16236" y="10127"/>
                        </a:lnTo>
                        <a:cubicBezTo>
                          <a:pt x="16236" y="10127"/>
                          <a:pt x="16236" y="11901"/>
                          <a:pt x="16236" y="11901"/>
                        </a:cubicBezTo>
                        <a:close/>
                        <a:moveTo>
                          <a:pt x="14259" y="0"/>
                        </a:moveTo>
                        <a:lnTo>
                          <a:pt x="6773" y="0"/>
                        </a:lnTo>
                        <a:cubicBezTo>
                          <a:pt x="3712" y="0"/>
                          <a:pt x="1100" y="2320"/>
                          <a:pt x="0" y="5612"/>
                        </a:cubicBezTo>
                        <a:cubicBezTo>
                          <a:pt x="664" y="6034"/>
                          <a:pt x="2105" y="7381"/>
                          <a:pt x="2652" y="9796"/>
                        </a:cubicBezTo>
                        <a:cubicBezTo>
                          <a:pt x="3159" y="12033"/>
                          <a:pt x="3198" y="14722"/>
                          <a:pt x="2144" y="16509"/>
                        </a:cubicBezTo>
                        <a:cubicBezTo>
                          <a:pt x="2982" y="17423"/>
                          <a:pt x="3762" y="17900"/>
                          <a:pt x="4876" y="18266"/>
                        </a:cubicBezTo>
                        <a:lnTo>
                          <a:pt x="2531" y="21600"/>
                        </a:lnTo>
                        <a:lnTo>
                          <a:pt x="9004" y="18574"/>
                        </a:lnTo>
                        <a:lnTo>
                          <a:pt x="14259" y="18574"/>
                        </a:lnTo>
                        <a:cubicBezTo>
                          <a:pt x="18314" y="18574"/>
                          <a:pt x="21600" y="14511"/>
                          <a:pt x="21600" y="9500"/>
                        </a:cubicBezTo>
                        <a:lnTo>
                          <a:pt x="21600" y="9075"/>
                        </a:lnTo>
                        <a:cubicBezTo>
                          <a:pt x="21600" y="4062"/>
                          <a:pt x="18314" y="0"/>
                          <a:pt x="14259" y="0"/>
                        </a:cubicBezTo>
                        <a:close/>
                        <a:moveTo>
                          <a:pt x="14259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96" name="Freeform: Shape 96"/>
                <p:cNvSpPr/>
                <p:nvPr/>
              </p:nvSpPr>
              <p:spPr bwMode="auto">
                <a:xfrm>
                  <a:off x="1292" y="2625"/>
                  <a:ext cx="1210" cy="9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99" h="20989">
                      <a:moveTo>
                        <a:pt x="14760" y="5355"/>
                      </a:moveTo>
                      <a:cubicBezTo>
                        <a:pt x="14084" y="5355"/>
                        <a:pt x="13537" y="4682"/>
                        <a:pt x="13537" y="3854"/>
                      </a:cubicBezTo>
                      <a:cubicBezTo>
                        <a:pt x="13537" y="3027"/>
                        <a:pt x="14084" y="2354"/>
                        <a:pt x="14760" y="2354"/>
                      </a:cubicBezTo>
                      <a:cubicBezTo>
                        <a:pt x="15435" y="2354"/>
                        <a:pt x="15983" y="3027"/>
                        <a:pt x="15983" y="3854"/>
                      </a:cubicBezTo>
                      <a:cubicBezTo>
                        <a:pt x="15983" y="4682"/>
                        <a:pt x="15435" y="5355"/>
                        <a:pt x="14760" y="5355"/>
                      </a:cubicBezTo>
                      <a:close/>
                      <a:moveTo>
                        <a:pt x="18221" y="3648"/>
                      </a:moveTo>
                      <a:cubicBezTo>
                        <a:pt x="17460" y="835"/>
                        <a:pt x="15004" y="-611"/>
                        <a:pt x="12691" y="246"/>
                      </a:cubicBezTo>
                      <a:cubicBezTo>
                        <a:pt x="9617" y="1384"/>
                        <a:pt x="8345" y="6120"/>
                        <a:pt x="8345" y="6120"/>
                      </a:cubicBezTo>
                      <a:cubicBezTo>
                        <a:pt x="7793" y="7577"/>
                        <a:pt x="7279" y="9085"/>
                        <a:pt x="5713" y="10389"/>
                      </a:cubicBezTo>
                      <a:cubicBezTo>
                        <a:pt x="2744" y="12856"/>
                        <a:pt x="-339" y="5876"/>
                        <a:pt x="1432" y="12498"/>
                      </a:cubicBezTo>
                      <a:cubicBezTo>
                        <a:pt x="1535" y="12883"/>
                        <a:pt x="1685" y="13259"/>
                        <a:pt x="1856" y="13627"/>
                      </a:cubicBezTo>
                      <a:cubicBezTo>
                        <a:pt x="-132" y="12318"/>
                        <a:pt x="-401" y="12189"/>
                        <a:pt x="472" y="15327"/>
                      </a:cubicBezTo>
                      <a:cubicBezTo>
                        <a:pt x="1496" y="19001"/>
                        <a:pt x="4620" y="20663"/>
                        <a:pt x="7727" y="20989"/>
                      </a:cubicBezTo>
                      <a:cubicBezTo>
                        <a:pt x="10488" y="20989"/>
                        <a:pt x="13587" y="20142"/>
                        <a:pt x="14784" y="16774"/>
                      </a:cubicBezTo>
                      <a:cubicBezTo>
                        <a:pt x="15677" y="14260"/>
                        <a:pt x="15699" y="10814"/>
                        <a:pt x="17925" y="7864"/>
                      </a:cubicBezTo>
                      <a:cubicBezTo>
                        <a:pt x="17925" y="7864"/>
                        <a:pt x="19256" y="6393"/>
                        <a:pt x="21199" y="6129"/>
                      </a:cubicBezTo>
                      <a:cubicBezTo>
                        <a:pt x="18629" y="5945"/>
                        <a:pt x="18221" y="3648"/>
                        <a:pt x="18221" y="3648"/>
                      </a:cubicBezTo>
                      <a:close/>
                      <a:moveTo>
                        <a:pt x="18221" y="3648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7" name="Freeform: Shape 97"/>
                <p:cNvSpPr/>
                <p:nvPr/>
              </p:nvSpPr>
              <p:spPr bwMode="auto">
                <a:xfrm>
                  <a:off x="4684" y="2236"/>
                  <a:ext cx="965" cy="10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324" h="21351">
                      <a:moveTo>
                        <a:pt x="16593" y="13829"/>
                      </a:moveTo>
                      <a:cubicBezTo>
                        <a:pt x="15541" y="13889"/>
                        <a:pt x="14615" y="14295"/>
                        <a:pt x="13915" y="14902"/>
                      </a:cubicBezTo>
                      <a:lnTo>
                        <a:pt x="8446" y="12232"/>
                      </a:lnTo>
                      <a:cubicBezTo>
                        <a:pt x="8469" y="12030"/>
                        <a:pt x="8486" y="11826"/>
                        <a:pt x="8472" y="11617"/>
                      </a:cubicBezTo>
                      <a:cubicBezTo>
                        <a:pt x="8449" y="11299"/>
                        <a:pt x="8368" y="11000"/>
                        <a:pt x="8264" y="10712"/>
                      </a:cubicBezTo>
                      <a:lnTo>
                        <a:pt x="14382" y="6652"/>
                      </a:lnTo>
                      <a:cubicBezTo>
                        <a:pt x="15186" y="7244"/>
                        <a:pt x="16227" y="7582"/>
                        <a:pt x="17351" y="7520"/>
                      </a:cubicBezTo>
                      <a:cubicBezTo>
                        <a:pt x="19687" y="7389"/>
                        <a:pt x="21461" y="5599"/>
                        <a:pt x="21316" y="3526"/>
                      </a:cubicBezTo>
                      <a:cubicBezTo>
                        <a:pt x="21167" y="1451"/>
                        <a:pt x="19153" y="-125"/>
                        <a:pt x="16817" y="8"/>
                      </a:cubicBezTo>
                      <a:cubicBezTo>
                        <a:pt x="14480" y="138"/>
                        <a:pt x="12706" y="1925"/>
                        <a:pt x="12854" y="4001"/>
                      </a:cubicBezTo>
                      <a:cubicBezTo>
                        <a:pt x="12871" y="4239"/>
                        <a:pt x="12917" y="4468"/>
                        <a:pt x="12980" y="4690"/>
                      </a:cubicBezTo>
                      <a:lnTo>
                        <a:pt x="6658" y="8783"/>
                      </a:lnTo>
                      <a:cubicBezTo>
                        <a:pt x="5897" y="8310"/>
                        <a:pt x="4969" y="8043"/>
                        <a:pt x="3971" y="8099"/>
                      </a:cubicBezTo>
                      <a:cubicBezTo>
                        <a:pt x="1636" y="8229"/>
                        <a:pt x="-139" y="10017"/>
                        <a:pt x="9" y="12093"/>
                      </a:cubicBezTo>
                      <a:cubicBezTo>
                        <a:pt x="157" y="14167"/>
                        <a:pt x="2169" y="15742"/>
                        <a:pt x="4507" y="15611"/>
                      </a:cubicBezTo>
                      <a:cubicBezTo>
                        <a:pt x="5685" y="15545"/>
                        <a:pt x="6717" y="15058"/>
                        <a:pt x="7435" y="14326"/>
                      </a:cubicBezTo>
                      <a:lnTo>
                        <a:pt x="12675" y="17011"/>
                      </a:lnTo>
                      <a:cubicBezTo>
                        <a:pt x="12629" y="17273"/>
                        <a:pt x="12609" y="17546"/>
                        <a:pt x="12629" y="17823"/>
                      </a:cubicBezTo>
                      <a:cubicBezTo>
                        <a:pt x="12776" y="19898"/>
                        <a:pt x="14790" y="21475"/>
                        <a:pt x="17127" y="21343"/>
                      </a:cubicBezTo>
                      <a:cubicBezTo>
                        <a:pt x="19463" y="21212"/>
                        <a:pt x="21238" y="19425"/>
                        <a:pt x="21091" y="17349"/>
                      </a:cubicBezTo>
                      <a:cubicBezTo>
                        <a:pt x="20945" y="15275"/>
                        <a:pt x="18928" y="13698"/>
                        <a:pt x="16593" y="13829"/>
                      </a:cubicBezTo>
                      <a:close/>
                      <a:moveTo>
                        <a:pt x="16593" y="13829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8" name="Freeform: Shape 98"/>
                <p:cNvSpPr/>
                <p:nvPr/>
              </p:nvSpPr>
              <p:spPr bwMode="auto">
                <a:xfrm>
                  <a:off x="3974" y="469"/>
                  <a:ext cx="1108" cy="106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421" h="21413">
                      <a:moveTo>
                        <a:pt x="8099" y="13602"/>
                      </a:moveTo>
                      <a:cubicBezTo>
                        <a:pt x="5358" y="13602"/>
                        <a:pt x="3138" y="11289"/>
                        <a:pt x="3138" y="8434"/>
                      </a:cubicBezTo>
                      <a:cubicBezTo>
                        <a:pt x="3138" y="5581"/>
                        <a:pt x="5358" y="3268"/>
                        <a:pt x="8099" y="3268"/>
                      </a:cubicBezTo>
                      <a:cubicBezTo>
                        <a:pt x="10838" y="3268"/>
                        <a:pt x="13059" y="5581"/>
                        <a:pt x="13059" y="8434"/>
                      </a:cubicBezTo>
                      <a:cubicBezTo>
                        <a:pt x="13059" y="11289"/>
                        <a:pt x="10838" y="13602"/>
                        <a:pt x="8099" y="13602"/>
                      </a:cubicBezTo>
                      <a:close/>
                      <a:moveTo>
                        <a:pt x="20893" y="17915"/>
                      </a:moveTo>
                      <a:lnTo>
                        <a:pt x="15499" y="12943"/>
                      </a:lnTo>
                      <a:cubicBezTo>
                        <a:pt x="15376" y="12827"/>
                        <a:pt x="15240" y="12743"/>
                        <a:pt x="15098" y="12673"/>
                      </a:cubicBezTo>
                      <a:cubicBezTo>
                        <a:pt x="15796" y="11428"/>
                        <a:pt x="16197" y="9980"/>
                        <a:pt x="16197" y="8434"/>
                      </a:cubicBezTo>
                      <a:cubicBezTo>
                        <a:pt x="16197" y="3776"/>
                        <a:pt x="12571" y="0"/>
                        <a:pt x="8099" y="0"/>
                      </a:cubicBezTo>
                      <a:cubicBezTo>
                        <a:pt x="3626" y="0"/>
                        <a:pt x="0" y="3776"/>
                        <a:pt x="0" y="8434"/>
                      </a:cubicBezTo>
                      <a:cubicBezTo>
                        <a:pt x="0" y="13093"/>
                        <a:pt x="3626" y="16869"/>
                        <a:pt x="8099" y="16869"/>
                      </a:cubicBezTo>
                      <a:cubicBezTo>
                        <a:pt x="9713" y="16869"/>
                        <a:pt x="11217" y="16374"/>
                        <a:pt x="12480" y="15526"/>
                      </a:cubicBezTo>
                      <a:cubicBezTo>
                        <a:pt x="12566" y="15701"/>
                        <a:pt x="12679" y="15866"/>
                        <a:pt x="12827" y="16004"/>
                      </a:cubicBezTo>
                      <a:lnTo>
                        <a:pt x="18221" y="20977"/>
                      </a:lnTo>
                      <a:cubicBezTo>
                        <a:pt x="18879" y="21600"/>
                        <a:pt x="19898" y="21549"/>
                        <a:pt x="20496" y="20864"/>
                      </a:cubicBezTo>
                      <a:lnTo>
                        <a:pt x="21003" y="20285"/>
                      </a:lnTo>
                      <a:cubicBezTo>
                        <a:pt x="21600" y="19599"/>
                        <a:pt x="21552" y="18538"/>
                        <a:pt x="20893" y="17915"/>
                      </a:cubicBezTo>
                      <a:close/>
                      <a:moveTo>
                        <a:pt x="20893" y="1791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9" name="Group 99"/>
                <p:cNvGrpSpPr/>
                <p:nvPr/>
              </p:nvGrpSpPr>
              <p:grpSpPr bwMode="auto">
                <a:xfrm>
                  <a:off x="3677" y="2399"/>
                  <a:ext cx="904" cy="979"/>
                  <a:chOff x="0" y="0"/>
                  <a:chExt cx="904" cy="979"/>
                </a:xfrm>
              </p:grpSpPr>
              <p:sp>
                <p:nvSpPr>
                  <p:cNvPr id="110" name="Freeform: Shape 110"/>
                  <p:cNvSpPr/>
                  <p:nvPr/>
                </p:nvSpPr>
                <p:spPr bwMode="auto">
                  <a:xfrm>
                    <a:off x="606" y="105"/>
                    <a:ext cx="198" cy="15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18790">
                        <a:moveTo>
                          <a:pt x="21600" y="18026"/>
                        </a:moveTo>
                        <a:cubicBezTo>
                          <a:pt x="21600" y="18026"/>
                          <a:pt x="21268" y="9650"/>
                          <a:pt x="14170" y="3669"/>
                        </a:cubicBezTo>
                        <a:cubicBezTo>
                          <a:pt x="6476" y="-2810"/>
                          <a:pt x="0" y="1265"/>
                          <a:pt x="0" y="1265"/>
                        </a:cubicBezTo>
                        <a:lnTo>
                          <a:pt x="1563" y="7388"/>
                        </a:lnTo>
                        <a:cubicBezTo>
                          <a:pt x="1563" y="7388"/>
                          <a:pt x="6661" y="5098"/>
                          <a:pt x="11396" y="9086"/>
                        </a:cubicBezTo>
                        <a:cubicBezTo>
                          <a:pt x="16126" y="13073"/>
                          <a:pt x="15668" y="18790"/>
                          <a:pt x="15668" y="18790"/>
                        </a:cubicBezTo>
                        <a:cubicBezTo>
                          <a:pt x="15668" y="18790"/>
                          <a:pt x="21600" y="18026"/>
                          <a:pt x="21600" y="18026"/>
                        </a:cubicBezTo>
                        <a:close/>
                        <a:moveTo>
                          <a:pt x="21600" y="18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1" name="Freeform: Shape 111"/>
                  <p:cNvSpPr/>
                  <p:nvPr/>
                </p:nvSpPr>
                <p:spPr bwMode="auto">
                  <a:xfrm>
                    <a:off x="566" y="0"/>
                    <a:ext cx="338" cy="26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687" h="19230">
                        <a:moveTo>
                          <a:pt x="13721" y="2487"/>
                        </a:moveTo>
                        <a:cubicBezTo>
                          <a:pt x="6062" y="-2370"/>
                          <a:pt x="0" y="1385"/>
                          <a:pt x="0" y="1385"/>
                        </a:cubicBezTo>
                        <a:lnTo>
                          <a:pt x="1146" y="5222"/>
                        </a:lnTo>
                        <a:cubicBezTo>
                          <a:pt x="1146" y="5222"/>
                          <a:pt x="7316" y="2931"/>
                          <a:pt x="12147" y="7175"/>
                        </a:cubicBezTo>
                        <a:cubicBezTo>
                          <a:pt x="16976" y="11418"/>
                          <a:pt x="17416" y="19230"/>
                          <a:pt x="17416" y="19230"/>
                        </a:cubicBezTo>
                        <a:lnTo>
                          <a:pt x="20651" y="18877"/>
                        </a:lnTo>
                        <a:cubicBezTo>
                          <a:pt x="20651" y="18877"/>
                          <a:pt x="21600" y="7484"/>
                          <a:pt x="13721" y="2487"/>
                        </a:cubicBezTo>
                        <a:close/>
                        <a:moveTo>
                          <a:pt x="13721" y="24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2" name="Freeform: Shape 112"/>
                  <p:cNvSpPr/>
                  <p:nvPr/>
                </p:nvSpPr>
                <p:spPr bwMode="auto">
                  <a:xfrm>
                    <a:off x="0" y="238"/>
                    <a:ext cx="853" cy="7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770" h="21474">
                        <a:moveTo>
                          <a:pt x="15255" y="18349"/>
                        </a:moveTo>
                        <a:lnTo>
                          <a:pt x="14325" y="17122"/>
                        </a:lnTo>
                        <a:lnTo>
                          <a:pt x="16450" y="17122"/>
                        </a:lnTo>
                        <a:lnTo>
                          <a:pt x="17286" y="18349"/>
                        </a:lnTo>
                        <a:cubicBezTo>
                          <a:pt x="17286" y="18349"/>
                          <a:pt x="15255" y="18349"/>
                          <a:pt x="15255" y="18349"/>
                        </a:cubicBezTo>
                        <a:close/>
                        <a:moveTo>
                          <a:pt x="12321" y="18349"/>
                        </a:moveTo>
                        <a:lnTo>
                          <a:pt x="11391" y="17122"/>
                        </a:lnTo>
                        <a:lnTo>
                          <a:pt x="13515" y="17122"/>
                        </a:lnTo>
                        <a:lnTo>
                          <a:pt x="14351" y="18349"/>
                        </a:lnTo>
                        <a:cubicBezTo>
                          <a:pt x="14351" y="18349"/>
                          <a:pt x="12321" y="18349"/>
                          <a:pt x="12321" y="18349"/>
                        </a:cubicBezTo>
                        <a:close/>
                        <a:moveTo>
                          <a:pt x="9389" y="18349"/>
                        </a:moveTo>
                        <a:lnTo>
                          <a:pt x="8457" y="17122"/>
                        </a:lnTo>
                        <a:lnTo>
                          <a:pt x="10584" y="17122"/>
                        </a:lnTo>
                        <a:lnTo>
                          <a:pt x="11419" y="18349"/>
                        </a:lnTo>
                        <a:cubicBezTo>
                          <a:pt x="11419" y="18349"/>
                          <a:pt x="9389" y="18349"/>
                          <a:pt x="9389" y="18349"/>
                        </a:cubicBezTo>
                        <a:close/>
                        <a:moveTo>
                          <a:pt x="6455" y="18349"/>
                        </a:moveTo>
                        <a:lnTo>
                          <a:pt x="5524" y="17122"/>
                        </a:lnTo>
                        <a:lnTo>
                          <a:pt x="7650" y="17122"/>
                        </a:lnTo>
                        <a:lnTo>
                          <a:pt x="8486" y="18349"/>
                        </a:lnTo>
                        <a:cubicBezTo>
                          <a:pt x="8486" y="18349"/>
                          <a:pt x="6455" y="18349"/>
                          <a:pt x="6455" y="18349"/>
                        </a:cubicBezTo>
                        <a:close/>
                        <a:moveTo>
                          <a:pt x="4052" y="14957"/>
                        </a:moveTo>
                        <a:lnTo>
                          <a:pt x="6179" y="14957"/>
                        </a:lnTo>
                        <a:lnTo>
                          <a:pt x="7014" y="16184"/>
                        </a:lnTo>
                        <a:lnTo>
                          <a:pt x="4985" y="16184"/>
                        </a:lnTo>
                        <a:cubicBezTo>
                          <a:pt x="4985" y="16184"/>
                          <a:pt x="4052" y="14957"/>
                          <a:pt x="4052" y="14957"/>
                        </a:cubicBezTo>
                        <a:close/>
                        <a:moveTo>
                          <a:pt x="2258" y="13026"/>
                        </a:moveTo>
                        <a:lnTo>
                          <a:pt x="2258" y="2348"/>
                        </a:lnTo>
                        <a:lnTo>
                          <a:pt x="14531" y="2348"/>
                        </a:lnTo>
                        <a:lnTo>
                          <a:pt x="14531" y="13026"/>
                        </a:lnTo>
                        <a:cubicBezTo>
                          <a:pt x="14531" y="13026"/>
                          <a:pt x="2258" y="13026"/>
                          <a:pt x="2258" y="13026"/>
                        </a:cubicBezTo>
                        <a:close/>
                        <a:moveTo>
                          <a:pt x="9947" y="16184"/>
                        </a:moveTo>
                        <a:lnTo>
                          <a:pt x="7917" y="16184"/>
                        </a:lnTo>
                        <a:lnTo>
                          <a:pt x="6986" y="14957"/>
                        </a:lnTo>
                        <a:lnTo>
                          <a:pt x="9112" y="14957"/>
                        </a:lnTo>
                        <a:cubicBezTo>
                          <a:pt x="9112" y="14957"/>
                          <a:pt x="9947" y="16184"/>
                          <a:pt x="9947" y="16184"/>
                        </a:cubicBezTo>
                        <a:close/>
                        <a:moveTo>
                          <a:pt x="9919" y="14957"/>
                        </a:moveTo>
                        <a:lnTo>
                          <a:pt x="12045" y="14957"/>
                        </a:lnTo>
                        <a:lnTo>
                          <a:pt x="12880" y="16184"/>
                        </a:lnTo>
                        <a:lnTo>
                          <a:pt x="10850" y="16184"/>
                        </a:lnTo>
                        <a:cubicBezTo>
                          <a:pt x="10850" y="16184"/>
                          <a:pt x="9919" y="14957"/>
                          <a:pt x="9919" y="14957"/>
                        </a:cubicBezTo>
                        <a:close/>
                        <a:moveTo>
                          <a:pt x="15814" y="16184"/>
                        </a:moveTo>
                        <a:lnTo>
                          <a:pt x="13782" y="16184"/>
                        </a:lnTo>
                        <a:lnTo>
                          <a:pt x="12852" y="14957"/>
                        </a:lnTo>
                        <a:lnTo>
                          <a:pt x="14978" y="14957"/>
                        </a:lnTo>
                        <a:cubicBezTo>
                          <a:pt x="14978" y="14957"/>
                          <a:pt x="15814" y="16184"/>
                          <a:pt x="15814" y="16184"/>
                        </a:cubicBezTo>
                        <a:close/>
                        <a:moveTo>
                          <a:pt x="16495" y="13026"/>
                        </a:moveTo>
                        <a:lnTo>
                          <a:pt x="16495" y="2113"/>
                        </a:lnTo>
                        <a:cubicBezTo>
                          <a:pt x="16495" y="2113"/>
                          <a:pt x="16855" y="1"/>
                          <a:pt x="14433" y="1"/>
                        </a:cubicBezTo>
                        <a:cubicBezTo>
                          <a:pt x="11586" y="1"/>
                          <a:pt x="1364" y="1"/>
                          <a:pt x="1364" y="1"/>
                        </a:cubicBezTo>
                        <a:cubicBezTo>
                          <a:pt x="1364" y="1"/>
                          <a:pt x="0" y="-126"/>
                          <a:pt x="0" y="1964"/>
                        </a:cubicBezTo>
                        <a:cubicBezTo>
                          <a:pt x="0" y="5133"/>
                          <a:pt x="0" y="13965"/>
                          <a:pt x="0" y="13965"/>
                        </a:cubicBezTo>
                        <a:lnTo>
                          <a:pt x="3829" y="21474"/>
                        </a:lnTo>
                        <a:lnTo>
                          <a:pt x="20325" y="21474"/>
                        </a:lnTo>
                        <a:cubicBezTo>
                          <a:pt x="20325" y="21474"/>
                          <a:pt x="21600" y="20065"/>
                          <a:pt x="19834" y="17602"/>
                        </a:cubicBezTo>
                        <a:cubicBezTo>
                          <a:pt x="18068" y="15138"/>
                          <a:pt x="16495" y="13026"/>
                          <a:pt x="16495" y="13026"/>
                        </a:cubicBezTo>
                        <a:close/>
                        <a:moveTo>
                          <a:pt x="16495" y="13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3" name="Freeform: Shape 113"/>
                  <p:cNvSpPr/>
                  <p:nvPr/>
                </p:nvSpPr>
                <p:spPr bwMode="auto">
                  <a:xfrm>
                    <a:off x="250" y="410"/>
                    <a:ext cx="196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329" y="8962"/>
                        </a:moveTo>
                        <a:lnTo>
                          <a:pt x="0" y="18822"/>
                        </a:lnTo>
                        <a:lnTo>
                          <a:pt x="3053" y="21600"/>
                        </a:lnTo>
                        <a:lnTo>
                          <a:pt x="13417" y="11464"/>
                        </a:lnTo>
                        <a:lnTo>
                          <a:pt x="15965" y="17475"/>
                        </a:lnTo>
                        <a:lnTo>
                          <a:pt x="21600" y="0"/>
                        </a:lnTo>
                        <a:lnTo>
                          <a:pt x="4228" y="7618"/>
                        </a:lnTo>
                        <a:cubicBezTo>
                          <a:pt x="4228" y="7618"/>
                          <a:pt x="10329" y="8962"/>
                          <a:pt x="10329" y="8962"/>
                        </a:cubicBezTo>
                        <a:close/>
                        <a:moveTo>
                          <a:pt x="10329" y="896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100" name="Group 100"/>
                <p:cNvGrpSpPr/>
                <p:nvPr/>
              </p:nvGrpSpPr>
              <p:grpSpPr bwMode="auto">
                <a:xfrm>
                  <a:off x="4374" y="1587"/>
                  <a:ext cx="534" cy="499"/>
                  <a:chOff x="0" y="0"/>
                  <a:chExt cx="532" cy="498"/>
                </a:xfrm>
              </p:grpSpPr>
              <p:sp>
                <p:nvSpPr>
                  <p:cNvPr id="108" name="Freeform: Shape 108"/>
                  <p:cNvSpPr/>
                  <p:nvPr/>
                </p:nvSpPr>
                <p:spPr bwMode="auto">
                  <a:xfrm>
                    <a:off x="116" y="0"/>
                    <a:ext cx="296" cy="38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802" y="21600"/>
                        </a:moveTo>
                        <a:lnTo>
                          <a:pt x="16202" y="14495"/>
                        </a:lnTo>
                        <a:lnTo>
                          <a:pt x="21600" y="7390"/>
                        </a:lnTo>
                        <a:lnTo>
                          <a:pt x="16289" y="7390"/>
                        </a:lnTo>
                        <a:lnTo>
                          <a:pt x="16289" y="538"/>
                        </a:lnTo>
                        <a:cubicBezTo>
                          <a:pt x="16289" y="240"/>
                          <a:pt x="15972" y="0"/>
                          <a:pt x="15582" y="0"/>
                        </a:cubicBezTo>
                        <a:lnTo>
                          <a:pt x="6020" y="0"/>
                        </a:lnTo>
                        <a:cubicBezTo>
                          <a:pt x="5631" y="0"/>
                          <a:pt x="5313" y="240"/>
                          <a:pt x="5313" y="538"/>
                        </a:cubicBezTo>
                        <a:lnTo>
                          <a:pt x="5313" y="7390"/>
                        </a:lnTo>
                        <a:lnTo>
                          <a:pt x="0" y="7390"/>
                        </a:lnTo>
                        <a:lnTo>
                          <a:pt x="5400" y="14495"/>
                        </a:lnTo>
                        <a:cubicBezTo>
                          <a:pt x="5400" y="14495"/>
                          <a:pt x="10802" y="21600"/>
                          <a:pt x="10802" y="21600"/>
                        </a:cubicBezTo>
                        <a:close/>
                        <a:moveTo>
                          <a:pt x="10802" y="2160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9" name="Freeform: Shape 109"/>
                  <p:cNvSpPr/>
                  <p:nvPr/>
                </p:nvSpPr>
                <p:spPr bwMode="auto">
                  <a:xfrm>
                    <a:off x="0" y="269"/>
                    <a:ext cx="532" cy="22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9964" y="0"/>
                        </a:moveTo>
                        <a:lnTo>
                          <a:pt x="19026" y="0"/>
                        </a:lnTo>
                        <a:lnTo>
                          <a:pt x="19026" y="13793"/>
                        </a:lnTo>
                        <a:lnTo>
                          <a:pt x="2789" y="13793"/>
                        </a:lnTo>
                        <a:lnTo>
                          <a:pt x="2789" y="0"/>
                        </a:lnTo>
                        <a:lnTo>
                          <a:pt x="1634" y="0"/>
                        </a:lnTo>
                        <a:cubicBezTo>
                          <a:pt x="731" y="0"/>
                          <a:pt x="0" y="1700"/>
                          <a:pt x="0" y="3799"/>
                        </a:cubicBezTo>
                        <a:lnTo>
                          <a:pt x="0" y="17804"/>
                        </a:lnTo>
                        <a:cubicBezTo>
                          <a:pt x="0" y="19900"/>
                          <a:pt x="731" y="21600"/>
                          <a:pt x="1634" y="21600"/>
                        </a:cubicBezTo>
                        <a:lnTo>
                          <a:pt x="19964" y="21600"/>
                        </a:lnTo>
                        <a:cubicBezTo>
                          <a:pt x="20868" y="21600"/>
                          <a:pt x="21600" y="19900"/>
                          <a:pt x="21600" y="17804"/>
                        </a:cubicBezTo>
                        <a:lnTo>
                          <a:pt x="21600" y="3799"/>
                        </a:lnTo>
                        <a:cubicBezTo>
                          <a:pt x="21600" y="1700"/>
                          <a:pt x="20868" y="0"/>
                          <a:pt x="19964" y="0"/>
                        </a:cubicBezTo>
                        <a:close/>
                        <a:moveTo>
                          <a:pt x="19964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101" name="Group 101"/>
                <p:cNvGrpSpPr/>
                <p:nvPr/>
              </p:nvGrpSpPr>
              <p:grpSpPr bwMode="auto">
                <a:xfrm>
                  <a:off x="5873" y="1941"/>
                  <a:ext cx="811" cy="1598"/>
                  <a:chOff x="0" y="0"/>
                  <a:chExt cx="811" cy="1598"/>
                </a:xfrm>
              </p:grpSpPr>
              <p:sp>
                <p:nvSpPr>
                  <p:cNvPr id="102" name="Freeform: Shape 102"/>
                  <p:cNvSpPr/>
                  <p:nvPr/>
                </p:nvSpPr>
                <p:spPr bwMode="auto">
                  <a:xfrm>
                    <a:off x="483" y="713"/>
                    <a:ext cx="207" cy="17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998" h="18917">
                        <a:moveTo>
                          <a:pt x="14761" y="4029"/>
                        </a:moveTo>
                        <a:cubicBezTo>
                          <a:pt x="7347" y="-2683"/>
                          <a:pt x="0" y="1017"/>
                          <a:pt x="0" y="1017"/>
                        </a:cubicBezTo>
                        <a:lnTo>
                          <a:pt x="956" y="7092"/>
                        </a:lnTo>
                        <a:cubicBezTo>
                          <a:pt x="956" y="7092"/>
                          <a:pt x="6632" y="5076"/>
                          <a:pt x="11195" y="9209"/>
                        </a:cubicBezTo>
                        <a:cubicBezTo>
                          <a:pt x="15749" y="13340"/>
                          <a:pt x="14591" y="18917"/>
                          <a:pt x="14591" y="18917"/>
                        </a:cubicBezTo>
                        <a:lnTo>
                          <a:pt x="20984" y="18447"/>
                        </a:lnTo>
                        <a:cubicBezTo>
                          <a:pt x="20984" y="18447"/>
                          <a:pt x="21600" y="10224"/>
                          <a:pt x="14761" y="4029"/>
                        </a:cubicBezTo>
                        <a:close/>
                        <a:moveTo>
                          <a:pt x="14761" y="4029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3" name="Freeform: Shape 103"/>
                  <p:cNvSpPr/>
                  <p:nvPr/>
                </p:nvSpPr>
                <p:spPr bwMode="auto">
                  <a:xfrm>
                    <a:off x="455" y="588"/>
                    <a:ext cx="356" cy="31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033" h="19276">
                        <a:moveTo>
                          <a:pt x="13985" y="3722"/>
                        </a:moveTo>
                        <a:cubicBezTo>
                          <a:pt x="7135" y="-2324"/>
                          <a:pt x="0" y="814"/>
                          <a:pt x="0" y="814"/>
                        </a:cubicBezTo>
                        <a:lnTo>
                          <a:pt x="783" y="4582"/>
                        </a:lnTo>
                        <a:cubicBezTo>
                          <a:pt x="783" y="4582"/>
                          <a:pt x="7511" y="2658"/>
                          <a:pt x="12115" y="7001"/>
                        </a:cubicBezTo>
                        <a:cubicBezTo>
                          <a:pt x="16714" y="11342"/>
                          <a:pt x="16316" y="18928"/>
                          <a:pt x="16316" y="18928"/>
                        </a:cubicBezTo>
                        <a:lnTo>
                          <a:pt x="19862" y="19276"/>
                        </a:lnTo>
                        <a:cubicBezTo>
                          <a:pt x="19862" y="19276"/>
                          <a:pt x="21600" y="10448"/>
                          <a:pt x="13985" y="3722"/>
                        </a:cubicBezTo>
                        <a:close/>
                        <a:moveTo>
                          <a:pt x="13985" y="37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Freeform: Shape 104"/>
                  <p:cNvSpPr/>
                  <p:nvPr/>
                </p:nvSpPr>
                <p:spPr bwMode="auto">
                  <a:xfrm>
                    <a:off x="0" y="782"/>
                    <a:ext cx="641" cy="637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497" h="17950">
                        <a:moveTo>
                          <a:pt x="13292" y="17012"/>
                        </a:moveTo>
                        <a:cubicBezTo>
                          <a:pt x="10000" y="16124"/>
                          <a:pt x="9873" y="14551"/>
                          <a:pt x="9873" y="14551"/>
                        </a:cubicBezTo>
                        <a:cubicBezTo>
                          <a:pt x="10304" y="14679"/>
                          <a:pt x="16313" y="18354"/>
                          <a:pt x="20322" y="14679"/>
                        </a:cubicBezTo>
                        <a:cubicBezTo>
                          <a:pt x="19484" y="16426"/>
                          <a:pt x="16584" y="17899"/>
                          <a:pt x="13292" y="17012"/>
                        </a:cubicBezTo>
                        <a:close/>
                        <a:moveTo>
                          <a:pt x="17488" y="7413"/>
                        </a:moveTo>
                        <a:cubicBezTo>
                          <a:pt x="17488" y="7413"/>
                          <a:pt x="20459" y="12149"/>
                          <a:pt x="17488" y="14079"/>
                        </a:cubicBezTo>
                        <a:cubicBezTo>
                          <a:pt x="14517" y="16008"/>
                          <a:pt x="6993" y="11272"/>
                          <a:pt x="5210" y="8114"/>
                        </a:cubicBezTo>
                        <a:cubicBezTo>
                          <a:pt x="3427" y="4958"/>
                          <a:pt x="2750" y="2742"/>
                          <a:pt x="4678" y="1785"/>
                        </a:cubicBezTo>
                        <a:cubicBezTo>
                          <a:pt x="6883" y="691"/>
                          <a:pt x="10235" y="1629"/>
                          <a:pt x="11546" y="2151"/>
                        </a:cubicBezTo>
                        <a:cubicBezTo>
                          <a:pt x="11546" y="2151"/>
                          <a:pt x="6001" y="-1340"/>
                          <a:pt x="2833" y="573"/>
                        </a:cubicBezTo>
                        <a:cubicBezTo>
                          <a:pt x="-707" y="2710"/>
                          <a:pt x="1050" y="7238"/>
                          <a:pt x="5210" y="11272"/>
                        </a:cubicBezTo>
                        <a:cubicBezTo>
                          <a:pt x="7586" y="13200"/>
                          <a:pt x="3055" y="13732"/>
                          <a:pt x="6" y="5406"/>
                        </a:cubicBezTo>
                        <a:cubicBezTo>
                          <a:pt x="-283" y="14130"/>
                          <a:pt x="10404" y="17186"/>
                          <a:pt x="10404" y="17186"/>
                        </a:cubicBezTo>
                        <a:cubicBezTo>
                          <a:pt x="10404" y="17186"/>
                          <a:pt x="19889" y="20260"/>
                          <a:pt x="20459" y="14079"/>
                        </a:cubicBezTo>
                        <a:cubicBezTo>
                          <a:pt x="20893" y="9366"/>
                          <a:pt x="17488" y="7413"/>
                          <a:pt x="17488" y="7413"/>
                        </a:cubicBezTo>
                        <a:close/>
                        <a:moveTo>
                          <a:pt x="17488" y="741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5" name="Freeform: Shape 105"/>
                  <p:cNvSpPr/>
                  <p:nvPr/>
                </p:nvSpPr>
                <p:spPr bwMode="auto">
                  <a:xfrm>
                    <a:off x="27" y="1392"/>
                    <a:ext cx="473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492" h="21600">
                        <a:moveTo>
                          <a:pt x="5816" y="0"/>
                        </a:moveTo>
                        <a:cubicBezTo>
                          <a:pt x="5816" y="0"/>
                          <a:pt x="4787" y="6465"/>
                          <a:pt x="2654" y="10541"/>
                        </a:cubicBezTo>
                        <a:cubicBezTo>
                          <a:pt x="518" y="14617"/>
                          <a:pt x="-108" y="14904"/>
                          <a:pt x="15" y="16071"/>
                        </a:cubicBezTo>
                        <a:cubicBezTo>
                          <a:pt x="143" y="17234"/>
                          <a:pt x="267" y="21600"/>
                          <a:pt x="267" y="21600"/>
                        </a:cubicBezTo>
                        <a:lnTo>
                          <a:pt x="21492" y="21600"/>
                        </a:lnTo>
                        <a:lnTo>
                          <a:pt x="20359" y="12581"/>
                        </a:lnTo>
                        <a:cubicBezTo>
                          <a:pt x="20359" y="12581"/>
                          <a:pt x="10838" y="12805"/>
                          <a:pt x="5816" y="0"/>
                        </a:cubicBezTo>
                        <a:close/>
                        <a:moveTo>
                          <a:pt x="5816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Freeform: Shape 106"/>
                  <p:cNvSpPr/>
                  <p:nvPr/>
                </p:nvSpPr>
                <p:spPr bwMode="auto">
                  <a:xfrm>
                    <a:off x="221" y="851"/>
                    <a:ext cx="330" cy="34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529" h="19892">
                        <a:moveTo>
                          <a:pt x="0" y="7687"/>
                        </a:moveTo>
                        <a:lnTo>
                          <a:pt x="577" y="9930"/>
                        </a:lnTo>
                        <a:lnTo>
                          <a:pt x="13275" y="7363"/>
                        </a:lnTo>
                        <a:cubicBezTo>
                          <a:pt x="13275" y="7363"/>
                          <a:pt x="11193" y="13697"/>
                          <a:pt x="10785" y="19165"/>
                        </a:cubicBezTo>
                        <a:cubicBezTo>
                          <a:pt x="10785" y="19165"/>
                          <a:pt x="13030" y="20029"/>
                          <a:pt x="13030" y="19873"/>
                        </a:cubicBezTo>
                        <a:cubicBezTo>
                          <a:pt x="13030" y="19397"/>
                          <a:pt x="15903" y="7607"/>
                          <a:pt x="15903" y="7607"/>
                        </a:cubicBezTo>
                        <a:cubicBezTo>
                          <a:pt x="15903" y="7607"/>
                          <a:pt x="18126" y="8029"/>
                          <a:pt x="19326" y="6531"/>
                        </a:cubicBezTo>
                        <a:cubicBezTo>
                          <a:pt x="20381" y="5215"/>
                          <a:pt x="21600" y="3335"/>
                          <a:pt x="18856" y="724"/>
                        </a:cubicBezTo>
                        <a:cubicBezTo>
                          <a:pt x="18856" y="724"/>
                          <a:pt x="14463" y="-1571"/>
                          <a:pt x="12623" y="2011"/>
                        </a:cubicBezTo>
                        <a:cubicBezTo>
                          <a:pt x="10909" y="4208"/>
                          <a:pt x="11808" y="5404"/>
                          <a:pt x="11808" y="5404"/>
                        </a:cubicBezTo>
                        <a:cubicBezTo>
                          <a:pt x="11808" y="5404"/>
                          <a:pt x="0" y="7687"/>
                          <a:pt x="0" y="7687"/>
                        </a:cubicBezTo>
                        <a:close/>
                        <a:moveTo>
                          <a:pt x="0" y="76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7" name="Freeform: Shape 107"/>
                  <p:cNvSpPr/>
                  <p:nvPr/>
                </p:nvSpPr>
                <p:spPr bwMode="auto">
                  <a:xfrm>
                    <a:off x="49" y="0"/>
                    <a:ext cx="439" cy="49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399" h="21364">
                        <a:moveTo>
                          <a:pt x="21260" y="4222"/>
                        </a:moveTo>
                        <a:cubicBezTo>
                          <a:pt x="21260" y="4222"/>
                          <a:pt x="18075" y="682"/>
                          <a:pt x="15617" y="79"/>
                        </a:cubicBezTo>
                        <a:cubicBezTo>
                          <a:pt x="15617" y="79"/>
                          <a:pt x="15019" y="-236"/>
                          <a:pt x="14955" y="395"/>
                        </a:cubicBezTo>
                        <a:cubicBezTo>
                          <a:pt x="14955" y="395"/>
                          <a:pt x="14761" y="1914"/>
                          <a:pt x="14761" y="2258"/>
                        </a:cubicBezTo>
                        <a:cubicBezTo>
                          <a:pt x="14761" y="2258"/>
                          <a:pt x="14923" y="2373"/>
                          <a:pt x="14502" y="2774"/>
                        </a:cubicBezTo>
                        <a:cubicBezTo>
                          <a:pt x="14081" y="3176"/>
                          <a:pt x="8909" y="8365"/>
                          <a:pt x="8909" y="8365"/>
                        </a:cubicBezTo>
                        <a:cubicBezTo>
                          <a:pt x="8909" y="8365"/>
                          <a:pt x="8552" y="8594"/>
                          <a:pt x="8278" y="8623"/>
                        </a:cubicBezTo>
                        <a:cubicBezTo>
                          <a:pt x="8278" y="8623"/>
                          <a:pt x="5514" y="8150"/>
                          <a:pt x="4399" y="9496"/>
                        </a:cubicBezTo>
                        <a:cubicBezTo>
                          <a:pt x="4399" y="9496"/>
                          <a:pt x="4238" y="9625"/>
                          <a:pt x="4558" y="9970"/>
                        </a:cubicBezTo>
                        <a:lnTo>
                          <a:pt x="7323" y="12615"/>
                        </a:lnTo>
                        <a:lnTo>
                          <a:pt x="0" y="21364"/>
                        </a:lnTo>
                        <a:lnTo>
                          <a:pt x="8503" y="13481"/>
                        </a:lnTo>
                        <a:lnTo>
                          <a:pt x="11365" y="15458"/>
                        </a:lnTo>
                        <a:cubicBezTo>
                          <a:pt x="11365" y="15458"/>
                          <a:pt x="12030" y="15658"/>
                          <a:pt x="12255" y="15416"/>
                        </a:cubicBezTo>
                        <a:cubicBezTo>
                          <a:pt x="12481" y="15172"/>
                          <a:pt x="13257" y="13981"/>
                          <a:pt x="12676" y="12077"/>
                        </a:cubicBezTo>
                        <a:cubicBezTo>
                          <a:pt x="12676" y="12077"/>
                          <a:pt x="12594" y="11776"/>
                          <a:pt x="12804" y="11459"/>
                        </a:cubicBezTo>
                        <a:cubicBezTo>
                          <a:pt x="13014" y="11144"/>
                          <a:pt x="18171" y="5798"/>
                          <a:pt x="18171" y="5798"/>
                        </a:cubicBezTo>
                        <a:cubicBezTo>
                          <a:pt x="18171" y="5798"/>
                          <a:pt x="18382" y="5613"/>
                          <a:pt x="18641" y="5683"/>
                        </a:cubicBezTo>
                        <a:cubicBezTo>
                          <a:pt x="18641" y="5683"/>
                          <a:pt x="20854" y="5352"/>
                          <a:pt x="21210" y="4794"/>
                        </a:cubicBezTo>
                        <a:cubicBezTo>
                          <a:pt x="21210" y="4794"/>
                          <a:pt x="21600" y="4623"/>
                          <a:pt x="21260" y="4222"/>
                        </a:cubicBezTo>
                        <a:close/>
                        <a:moveTo>
                          <a:pt x="21260" y="42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88" name="Group 88"/>
              <p:cNvGrpSpPr/>
              <p:nvPr/>
            </p:nvGrpSpPr>
            <p:grpSpPr bwMode="auto">
              <a:xfrm>
                <a:off x="395" y="2402"/>
                <a:ext cx="641" cy="753"/>
                <a:chOff x="0" y="0"/>
                <a:chExt cx="640" cy="753"/>
              </a:xfrm>
            </p:grpSpPr>
            <p:sp>
              <p:nvSpPr>
                <p:cNvPr id="90" name="Freeform: Shape 90"/>
                <p:cNvSpPr/>
                <p:nvPr/>
              </p:nvSpPr>
              <p:spPr bwMode="auto">
                <a:xfrm>
                  <a:off x="135" y="0"/>
                  <a:ext cx="505" cy="75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090" y="2505"/>
                      </a:moveTo>
                      <a:lnTo>
                        <a:pt x="18791" y="2505"/>
                      </a:lnTo>
                      <a:lnTo>
                        <a:pt x="18791" y="17720"/>
                      </a:lnTo>
                      <a:lnTo>
                        <a:pt x="3090" y="17720"/>
                      </a:lnTo>
                      <a:cubicBezTo>
                        <a:pt x="3090" y="17720"/>
                        <a:pt x="3090" y="2505"/>
                        <a:pt x="3090" y="2505"/>
                      </a:cubicBezTo>
                      <a:close/>
                      <a:moveTo>
                        <a:pt x="9407" y="19890"/>
                      </a:moveTo>
                      <a:cubicBezTo>
                        <a:pt x="9407" y="19374"/>
                        <a:pt x="10031" y="18955"/>
                        <a:pt x="10801" y="18955"/>
                      </a:cubicBezTo>
                      <a:cubicBezTo>
                        <a:pt x="11571" y="18955"/>
                        <a:pt x="12193" y="19374"/>
                        <a:pt x="12193" y="19890"/>
                      </a:cubicBezTo>
                      <a:cubicBezTo>
                        <a:pt x="12193" y="20406"/>
                        <a:pt x="11571" y="20825"/>
                        <a:pt x="10801" y="20825"/>
                      </a:cubicBezTo>
                      <a:cubicBezTo>
                        <a:pt x="10031" y="20825"/>
                        <a:pt x="9407" y="20406"/>
                        <a:pt x="9407" y="19890"/>
                      </a:cubicBezTo>
                      <a:close/>
                      <a:moveTo>
                        <a:pt x="0" y="2345"/>
                      </a:moveTo>
                      <a:lnTo>
                        <a:pt x="0" y="19255"/>
                      </a:lnTo>
                      <a:cubicBezTo>
                        <a:pt x="0" y="20551"/>
                        <a:pt x="1565" y="21600"/>
                        <a:pt x="3495" y="21600"/>
                      </a:cubicBezTo>
                      <a:lnTo>
                        <a:pt x="18107" y="21600"/>
                      </a:lnTo>
                      <a:cubicBezTo>
                        <a:pt x="20038" y="21600"/>
                        <a:pt x="21600" y="20551"/>
                        <a:pt x="21600" y="19255"/>
                      </a:cubicBezTo>
                      <a:lnTo>
                        <a:pt x="21600" y="2345"/>
                      </a:lnTo>
                      <a:cubicBezTo>
                        <a:pt x="21600" y="1049"/>
                        <a:pt x="20038" y="0"/>
                        <a:pt x="18107" y="0"/>
                      </a:cubicBezTo>
                      <a:lnTo>
                        <a:pt x="3495" y="0"/>
                      </a:lnTo>
                      <a:cubicBezTo>
                        <a:pt x="1565" y="0"/>
                        <a:pt x="0" y="1049"/>
                        <a:pt x="0" y="2345"/>
                      </a:cubicBezTo>
                      <a:close/>
                      <a:moveTo>
                        <a:pt x="0" y="234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1" name="Freeform: Shape 91"/>
                <p:cNvSpPr/>
                <p:nvPr/>
              </p:nvSpPr>
              <p:spPr bwMode="auto">
                <a:xfrm>
                  <a:off x="0" y="75"/>
                  <a:ext cx="60" cy="59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10804" y="21091"/>
                      </a:moveTo>
                      <a:cubicBezTo>
                        <a:pt x="8877" y="21091"/>
                        <a:pt x="7313" y="20932"/>
                        <a:pt x="7313" y="20738"/>
                      </a:cubicBezTo>
                      <a:lnTo>
                        <a:pt x="7313" y="20170"/>
                      </a:lnTo>
                      <a:cubicBezTo>
                        <a:pt x="8416" y="20209"/>
                        <a:pt x="9576" y="20234"/>
                        <a:pt x="10804" y="20234"/>
                      </a:cubicBezTo>
                      <a:cubicBezTo>
                        <a:pt x="12027" y="20234"/>
                        <a:pt x="13187" y="20209"/>
                        <a:pt x="14287" y="20170"/>
                      </a:cubicBezTo>
                      <a:lnTo>
                        <a:pt x="14287" y="20738"/>
                      </a:lnTo>
                      <a:cubicBezTo>
                        <a:pt x="14287" y="20932"/>
                        <a:pt x="12723" y="21091"/>
                        <a:pt x="10804" y="21091"/>
                      </a:cubicBezTo>
                      <a:close/>
                      <a:moveTo>
                        <a:pt x="8858" y="127"/>
                      </a:moveTo>
                      <a:lnTo>
                        <a:pt x="8858" y="567"/>
                      </a:lnTo>
                      <a:cubicBezTo>
                        <a:pt x="6504" y="649"/>
                        <a:pt x="4802" y="874"/>
                        <a:pt x="4802" y="1140"/>
                      </a:cubicBezTo>
                      <a:lnTo>
                        <a:pt x="4802" y="1530"/>
                      </a:lnTo>
                      <a:cubicBezTo>
                        <a:pt x="1909" y="1729"/>
                        <a:pt x="0" y="2068"/>
                        <a:pt x="0" y="2452"/>
                      </a:cubicBezTo>
                      <a:lnTo>
                        <a:pt x="0" y="19124"/>
                      </a:lnTo>
                      <a:cubicBezTo>
                        <a:pt x="0" y="19381"/>
                        <a:pt x="890" y="19615"/>
                        <a:pt x="2320" y="19804"/>
                      </a:cubicBezTo>
                      <a:cubicBezTo>
                        <a:pt x="2315" y="19814"/>
                        <a:pt x="2289" y="19824"/>
                        <a:pt x="2289" y="19835"/>
                      </a:cubicBezTo>
                      <a:lnTo>
                        <a:pt x="2289" y="20738"/>
                      </a:lnTo>
                      <a:cubicBezTo>
                        <a:pt x="2289" y="21213"/>
                        <a:pt x="6106" y="21600"/>
                        <a:pt x="10804" y="21600"/>
                      </a:cubicBezTo>
                      <a:cubicBezTo>
                        <a:pt x="15496" y="21600"/>
                        <a:pt x="19311" y="21213"/>
                        <a:pt x="19311" y="20738"/>
                      </a:cubicBezTo>
                      <a:lnTo>
                        <a:pt x="19311" y="19835"/>
                      </a:lnTo>
                      <a:cubicBezTo>
                        <a:pt x="19311" y="19824"/>
                        <a:pt x="19288" y="19814"/>
                        <a:pt x="19283" y="19804"/>
                      </a:cubicBezTo>
                      <a:cubicBezTo>
                        <a:pt x="20712" y="19615"/>
                        <a:pt x="21600" y="19381"/>
                        <a:pt x="21600" y="19124"/>
                      </a:cubicBezTo>
                      <a:lnTo>
                        <a:pt x="21600" y="2452"/>
                      </a:lnTo>
                      <a:cubicBezTo>
                        <a:pt x="21600" y="2068"/>
                        <a:pt x="19691" y="1729"/>
                        <a:pt x="16795" y="1530"/>
                      </a:cubicBezTo>
                      <a:lnTo>
                        <a:pt x="16795" y="1140"/>
                      </a:lnTo>
                      <a:cubicBezTo>
                        <a:pt x="16795" y="824"/>
                        <a:pt x="14415" y="568"/>
                        <a:pt x="11372" y="538"/>
                      </a:cubicBezTo>
                      <a:lnTo>
                        <a:pt x="11372" y="127"/>
                      </a:lnTo>
                      <a:cubicBezTo>
                        <a:pt x="11372" y="57"/>
                        <a:pt x="10812" y="0"/>
                        <a:pt x="10115" y="0"/>
                      </a:cubicBezTo>
                      <a:cubicBezTo>
                        <a:pt x="9421" y="0"/>
                        <a:pt x="8858" y="57"/>
                        <a:pt x="8858" y="127"/>
                      </a:cubicBezTo>
                      <a:close/>
                      <a:moveTo>
                        <a:pt x="8858" y="127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89" name="Freeform: Shape 89"/>
              <p:cNvSpPr/>
              <p:nvPr/>
            </p:nvSpPr>
            <p:spPr bwMode="auto">
              <a:xfrm>
                <a:off x="1244" y="2087"/>
                <a:ext cx="501" cy="562"/>
              </a:xfrm>
              <a:custGeom>
                <a:avLst/>
                <a:gdLst/>
                <a:ahLst/>
                <a:cxnLst/>
                <a:rect l="0" t="0" r="r" b="b"/>
                <a:pathLst>
                  <a:path w="21399" h="21364">
                    <a:moveTo>
                      <a:pt x="21260" y="4222"/>
                    </a:moveTo>
                    <a:cubicBezTo>
                      <a:pt x="21260" y="4222"/>
                      <a:pt x="18075" y="682"/>
                      <a:pt x="15617" y="79"/>
                    </a:cubicBezTo>
                    <a:cubicBezTo>
                      <a:pt x="15617" y="79"/>
                      <a:pt x="15019" y="-236"/>
                      <a:pt x="14955" y="395"/>
                    </a:cubicBezTo>
                    <a:cubicBezTo>
                      <a:pt x="14955" y="395"/>
                      <a:pt x="14761" y="1914"/>
                      <a:pt x="14761" y="2258"/>
                    </a:cubicBezTo>
                    <a:cubicBezTo>
                      <a:pt x="14761" y="2258"/>
                      <a:pt x="14924" y="2373"/>
                      <a:pt x="14502" y="2774"/>
                    </a:cubicBezTo>
                    <a:cubicBezTo>
                      <a:pt x="14081" y="3176"/>
                      <a:pt x="8909" y="8365"/>
                      <a:pt x="8909" y="8365"/>
                    </a:cubicBezTo>
                    <a:cubicBezTo>
                      <a:pt x="8909" y="8365"/>
                      <a:pt x="8552" y="8594"/>
                      <a:pt x="8278" y="8623"/>
                    </a:cubicBezTo>
                    <a:cubicBezTo>
                      <a:pt x="8278" y="8623"/>
                      <a:pt x="5514" y="8150"/>
                      <a:pt x="4399" y="9496"/>
                    </a:cubicBezTo>
                    <a:cubicBezTo>
                      <a:pt x="4399" y="9496"/>
                      <a:pt x="4238" y="9625"/>
                      <a:pt x="4558" y="9970"/>
                    </a:cubicBezTo>
                    <a:lnTo>
                      <a:pt x="7323" y="12615"/>
                    </a:lnTo>
                    <a:lnTo>
                      <a:pt x="0" y="21364"/>
                    </a:lnTo>
                    <a:lnTo>
                      <a:pt x="8503" y="13481"/>
                    </a:lnTo>
                    <a:lnTo>
                      <a:pt x="11365" y="15458"/>
                    </a:lnTo>
                    <a:cubicBezTo>
                      <a:pt x="11365" y="15458"/>
                      <a:pt x="12030" y="15658"/>
                      <a:pt x="12255" y="15416"/>
                    </a:cubicBezTo>
                    <a:cubicBezTo>
                      <a:pt x="12481" y="15172"/>
                      <a:pt x="13257" y="13981"/>
                      <a:pt x="12676" y="12077"/>
                    </a:cubicBezTo>
                    <a:cubicBezTo>
                      <a:pt x="12676" y="12077"/>
                      <a:pt x="12594" y="11776"/>
                      <a:pt x="12804" y="11459"/>
                    </a:cubicBezTo>
                    <a:cubicBezTo>
                      <a:pt x="13014" y="11144"/>
                      <a:pt x="18171" y="5798"/>
                      <a:pt x="18171" y="5798"/>
                    </a:cubicBezTo>
                    <a:cubicBezTo>
                      <a:pt x="18171" y="5798"/>
                      <a:pt x="18382" y="5613"/>
                      <a:pt x="18641" y="5683"/>
                    </a:cubicBezTo>
                    <a:cubicBezTo>
                      <a:pt x="18641" y="5683"/>
                      <a:pt x="20854" y="5352"/>
                      <a:pt x="21210" y="4794"/>
                    </a:cubicBezTo>
                    <a:cubicBezTo>
                      <a:pt x="21210" y="4794"/>
                      <a:pt x="21600" y="4623"/>
                      <a:pt x="21260" y="4222"/>
                    </a:cubicBezTo>
                    <a:close/>
                    <a:moveTo>
                      <a:pt x="21260" y="4222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1" name="Freeform: Shape 129"/>
            <p:cNvSpPr/>
            <p:nvPr/>
          </p:nvSpPr>
          <p:spPr bwMode="auto">
            <a:xfrm>
              <a:off x="1771650" y="3663950"/>
              <a:ext cx="1066800" cy="5969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2" name="Freeform: Shape 130"/>
            <p:cNvSpPr/>
            <p:nvPr/>
          </p:nvSpPr>
          <p:spPr bwMode="auto">
            <a:xfrm flipH="1">
              <a:off x="8870950" y="3663950"/>
              <a:ext cx="1416050" cy="7937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3" name="Freeform: Shape 131"/>
            <p:cNvSpPr/>
            <p:nvPr/>
          </p:nvSpPr>
          <p:spPr bwMode="auto">
            <a:xfrm flipH="1">
              <a:off x="9448800" y="300355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4" name="Freeform: Shape 132"/>
            <p:cNvSpPr/>
            <p:nvPr/>
          </p:nvSpPr>
          <p:spPr bwMode="auto">
            <a:xfrm flipH="1">
              <a:off x="2755900" y="198120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5" name="Freeform: Shape 133"/>
            <p:cNvSpPr/>
            <p:nvPr/>
          </p:nvSpPr>
          <p:spPr bwMode="auto">
            <a:xfrm>
              <a:off x="8147050" y="1670050"/>
              <a:ext cx="558800" cy="3111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1" y="17656"/>
                    <a:pt x="20961" y="14207"/>
                  </a:cubicBezTo>
                  <a:cubicBezTo>
                    <a:pt x="20961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91630"/>
            <a:ext cx="9144000" cy="26575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39552" y="567721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329565" y="1739900"/>
            <a:ext cx="8562975" cy="240919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模块四、数据库完整性、安全性、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   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事务与并发控制、数据库的恢复技术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模块五、数据库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模块六、查询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优化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9" name="12e39570-2ca2-4385-93f6-edd7bf09cd77"/>
          <p:cNvGrpSpPr>
            <a:grpSpLocks noChangeAspect="1"/>
          </p:cNvGrpSpPr>
          <p:nvPr/>
        </p:nvGrpSpPr>
        <p:grpSpPr>
          <a:xfrm>
            <a:off x="6253834" y="1923678"/>
            <a:ext cx="2278606" cy="849411"/>
            <a:chOff x="1771650" y="1393032"/>
            <a:chExt cx="8515350" cy="3143249"/>
          </a:xfrm>
        </p:grpSpPr>
        <p:grpSp>
          <p:nvGrpSpPr>
            <p:cNvPr id="80" name="Group 85"/>
            <p:cNvGrpSpPr/>
            <p:nvPr/>
          </p:nvGrpSpPr>
          <p:grpSpPr bwMode="auto">
            <a:xfrm>
              <a:off x="3199607" y="1393032"/>
              <a:ext cx="5595141" cy="3143249"/>
              <a:chOff x="0" y="0"/>
              <a:chExt cx="7048" cy="3960"/>
            </a:xfrm>
          </p:grpSpPr>
          <p:sp>
            <p:nvSpPr>
              <p:cNvPr id="86" name="Freeform: Shape 86"/>
              <p:cNvSpPr/>
              <p:nvPr/>
            </p:nvSpPr>
            <p:spPr bwMode="auto">
              <a:xfrm>
                <a:off x="2619" y="2647"/>
                <a:ext cx="907" cy="863"/>
              </a:xfrm>
              <a:custGeom>
                <a:avLst/>
                <a:gdLst/>
                <a:ahLst/>
                <a:cxnLst/>
                <a:rect l="0" t="0" r="r" b="b"/>
                <a:pathLst>
                  <a:path w="20897" h="21600">
                    <a:moveTo>
                      <a:pt x="134" y="12228"/>
                    </a:moveTo>
                    <a:cubicBezTo>
                      <a:pt x="-591" y="8124"/>
                      <a:pt x="1868" y="7177"/>
                      <a:pt x="1868" y="7177"/>
                    </a:cubicBezTo>
                    <a:cubicBezTo>
                      <a:pt x="1868" y="7177"/>
                      <a:pt x="2735" y="0"/>
                      <a:pt x="10369" y="0"/>
                    </a:cubicBezTo>
                    <a:cubicBezTo>
                      <a:pt x="18002" y="0"/>
                      <a:pt x="18580" y="7111"/>
                      <a:pt x="18580" y="7111"/>
                    </a:cubicBezTo>
                    <a:cubicBezTo>
                      <a:pt x="18580" y="7111"/>
                      <a:pt x="21009" y="8042"/>
                      <a:pt x="20894" y="11431"/>
                    </a:cubicBezTo>
                    <a:cubicBezTo>
                      <a:pt x="20894" y="16881"/>
                      <a:pt x="17712" y="17679"/>
                      <a:pt x="17712" y="17679"/>
                    </a:cubicBezTo>
                    <a:cubicBezTo>
                      <a:pt x="15920" y="17679"/>
                      <a:pt x="15804" y="16017"/>
                      <a:pt x="15804" y="16017"/>
                    </a:cubicBezTo>
                    <a:cubicBezTo>
                      <a:pt x="15804" y="16017"/>
                      <a:pt x="15804" y="10900"/>
                      <a:pt x="15804" y="9238"/>
                    </a:cubicBezTo>
                    <a:cubicBezTo>
                      <a:pt x="15804" y="7576"/>
                      <a:pt x="17582" y="7332"/>
                      <a:pt x="17582" y="7332"/>
                    </a:cubicBezTo>
                    <a:cubicBezTo>
                      <a:pt x="17582" y="5805"/>
                      <a:pt x="14590" y="822"/>
                      <a:pt x="10369" y="822"/>
                    </a:cubicBezTo>
                    <a:cubicBezTo>
                      <a:pt x="6147" y="822"/>
                      <a:pt x="3319" y="5716"/>
                      <a:pt x="3260" y="7376"/>
                    </a:cubicBezTo>
                    <a:cubicBezTo>
                      <a:pt x="4778" y="7069"/>
                      <a:pt x="4991" y="8641"/>
                      <a:pt x="4991" y="8641"/>
                    </a:cubicBezTo>
                    <a:cubicBezTo>
                      <a:pt x="4991" y="8641"/>
                      <a:pt x="4991" y="12095"/>
                      <a:pt x="4991" y="14090"/>
                    </a:cubicBezTo>
                    <a:cubicBezTo>
                      <a:pt x="4991" y="16084"/>
                      <a:pt x="4644" y="16682"/>
                      <a:pt x="3835" y="16814"/>
                    </a:cubicBezTo>
                    <a:cubicBezTo>
                      <a:pt x="4110" y="18259"/>
                      <a:pt x="6227" y="19045"/>
                      <a:pt x="6227" y="19045"/>
                    </a:cubicBezTo>
                    <a:lnTo>
                      <a:pt x="7039" y="19260"/>
                    </a:lnTo>
                    <a:cubicBezTo>
                      <a:pt x="7240" y="18538"/>
                      <a:pt x="7823" y="18011"/>
                      <a:pt x="8518" y="18011"/>
                    </a:cubicBezTo>
                    <a:cubicBezTo>
                      <a:pt x="9381" y="18011"/>
                      <a:pt x="10080" y="18814"/>
                      <a:pt x="10080" y="19805"/>
                    </a:cubicBezTo>
                    <a:cubicBezTo>
                      <a:pt x="10080" y="20797"/>
                      <a:pt x="9381" y="21600"/>
                      <a:pt x="8518" y="21600"/>
                    </a:cubicBezTo>
                    <a:cubicBezTo>
                      <a:pt x="7882" y="21600"/>
                      <a:pt x="6991" y="21120"/>
                      <a:pt x="7040" y="19962"/>
                    </a:cubicBezTo>
                    <a:lnTo>
                      <a:pt x="7008" y="19867"/>
                    </a:lnTo>
                    <a:cubicBezTo>
                      <a:pt x="5233" y="19736"/>
                      <a:pt x="3559" y="18094"/>
                      <a:pt x="3120" y="17014"/>
                    </a:cubicBezTo>
                    <a:cubicBezTo>
                      <a:pt x="3120" y="17014"/>
                      <a:pt x="1030" y="17301"/>
                      <a:pt x="134" y="12228"/>
                    </a:cubicBezTo>
                    <a:close/>
                    <a:moveTo>
                      <a:pt x="134" y="12228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87" name="Group 87"/>
              <p:cNvGrpSpPr/>
              <p:nvPr/>
            </p:nvGrpSpPr>
            <p:grpSpPr bwMode="auto">
              <a:xfrm>
                <a:off x="0" y="0"/>
                <a:ext cx="7048" cy="3960"/>
                <a:chOff x="0" y="0"/>
                <a:chExt cx="7048" cy="3960"/>
              </a:xfrm>
            </p:grpSpPr>
            <p:sp>
              <p:nvSpPr>
                <p:cNvPr id="92" name="Freeform: Shape 92"/>
                <p:cNvSpPr/>
                <p:nvPr/>
              </p:nvSpPr>
              <p:spPr bwMode="auto">
                <a:xfrm>
                  <a:off x="0" y="0"/>
                  <a:ext cx="7048" cy="39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434" y="10484"/>
                      </a:moveTo>
                      <a:cubicBezTo>
                        <a:pt x="1893" y="10484"/>
                        <a:pt x="639" y="12721"/>
                        <a:pt x="639" y="15471"/>
                      </a:cubicBezTo>
                      <a:cubicBezTo>
                        <a:pt x="639" y="18223"/>
                        <a:pt x="1893" y="20461"/>
                        <a:pt x="3434" y="20461"/>
                      </a:cubicBezTo>
                      <a:lnTo>
                        <a:pt x="17456" y="20461"/>
                      </a:lnTo>
                      <a:cubicBezTo>
                        <a:pt x="19389" y="20461"/>
                        <a:pt x="20962" y="17656"/>
                        <a:pt x="20962" y="14207"/>
                      </a:cubicBezTo>
                      <a:cubicBezTo>
                        <a:pt x="20962" y="10762"/>
                        <a:pt x="19389" y="7960"/>
                        <a:pt x="17456" y="7960"/>
                      </a:cubicBezTo>
                      <a:cubicBezTo>
                        <a:pt x="17314" y="7960"/>
                        <a:pt x="17162" y="7980"/>
                        <a:pt x="16978" y="8025"/>
                      </a:cubicBezTo>
                      <a:cubicBezTo>
                        <a:pt x="16886" y="8047"/>
                        <a:pt x="16794" y="7997"/>
                        <a:pt x="16725" y="7889"/>
                      </a:cubicBezTo>
                      <a:cubicBezTo>
                        <a:pt x="16655" y="7781"/>
                        <a:pt x="16616" y="7625"/>
                        <a:pt x="16616" y="7461"/>
                      </a:cubicBezTo>
                      <a:cubicBezTo>
                        <a:pt x="16616" y="7423"/>
                        <a:pt x="16617" y="7392"/>
                        <a:pt x="16618" y="7372"/>
                      </a:cubicBezTo>
                      <a:cubicBezTo>
                        <a:pt x="16613" y="3933"/>
                        <a:pt x="15042" y="1139"/>
                        <a:pt x="13113" y="1139"/>
                      </a:cubicBezTo>
                      <a:cubicBezTo>
                        <a:pt x="11481" y="1139"/>
                        <a:pt x="10042" y="3203"/>
                        <a:pt x="9691" y="6047"/>
                      </a:cubicBezTo>
                      <a:cubicBezTo>
                        <a:pt x="9667" y="6237"/>
                        <a:pt x="9591" y="6393"/>
                        <a:pt x="9489" y="6460"/>
                      </a:cubicBezTo>
                      <a:cubicBezTo>
                        <a:pt x="9386" y="6526"/>
                        <a:pt x="9272" y="6495"/>
                        <a:pt x="9185" y="6377"/>
                      </a:cubicBezTo>
                      <a:cubicBezTo>
                        <a:pt x="8694" y="5708"/>
                        <a:pt x="8110" y="5355"/>
                        <a:pt x="7496" y="5355"/>
                      </a:cubicBezTo>
                      <a:cubicBezTo>
                        <a:pt x="5975" y="5355"/>
                        <a:pt x="4748" y="7481"/>
                        <a:pt x="4703" y="10197"/>
                      </a:cubicBezTo>
                      <a:cubicBezTo>
                        <a:pt x="4700" y="10375"/>
                        <a:pt x="4650" y="10541"/>
                        <a:pt x="4568" y="10645"/>
                      </a:cubicBezTo>
                      <a:cubicBezTo>
                        <a:pt x="4486" y="10748"/>
                        <a:pt x="4382" y="10776"/>
                        <a:pt x="4286" y="10722"/>
                      </a:cubicBezTo>
                      <a:cubicBezTo>
                        <a:pt x="4010" y="10564"/>
                        <a:pt x="3723" y="10484"/>
                        <a:pt x="3434" y="10484"/>
                      </a:cubicBezTo>
                      <a:close/>
                      <a:moveTo>
                        <a:pt x="17456" y="21600"/>
                      </a:moveTo>
                      <a:lnTo>
                        <a:pt x="3434" y="21600"/>
                      </a:lnTo>
                      <a:cubicBezTo>
                        <a:pt x="1540" y="21600"/>
                        <a:pt x="0" y="18851"/>
                        <a:pt x="0" y="15471"/>
                      </a:cubicBezTo>
                      <a:cubicBezTo>
                        <a:pt x="0" y="12093"/>
                        <a:pt x="1540" y="9345"/>
                        <a:pt x="3434" y="9345"/>
                      </a:cubicBezTo>
                      <a:cubicBezTo>
                        <a:pt x="3658" y="9345"/>
                        <a:pt x="3880" y="9384"/>
                        <a:pt x="4099" y="9461"/>
                      </a:cubicBezTo>
                      <a:cubicBezTo>
                        <a:pt x="4206" y="8130"/>
                        <a:pt x="4555" y="6903"/>
                        <a:pt x="5102" y="5952"/>
                      </a:cubicBezTo>
                      <a:cubicBezTo>
                        <a:pt x="5745" y="4832"/>
                        <a:pt x="6596" y="4216"/>
                        <a:pt x="7496" y="4216"/>
                      </a:cubicBezTo>
                      <a:cubicBezTo>
                        <a:pt x="8097" y="4216"/>
                        <a:pt x="8675" y="4491"/>
                        <a:pt x="9190" y="5018"/>
                      </a:cubicBezTo>
                      <a:cubicBezTo>
                        <a:pt x="9440" y="3711"/>
                        <a:pt x="9894" y="2538"/>
                        <a:pt x="10499" y="1658"/>
                      </a:cubicBezTo>
                      <a:cubicBezTo>
                        <a:pt x="11235" y="589"/>
                        <a:pt x="12163" y="0"/>
                        <a:pt x="13113" y="0"/>
                      </a:cubicBezTo>
                      <a:cubicBezTo>
                        <a:pt x="15293" y="0"/>
                        <a:pt x="17085" y="3017"/>
                        <a:pt x="17245" y="6833"/>
                      </a:cubicBezTo>
                      <a:cubicBezTo>
                        <a:pt x="17318" y="6825"/>
                        <a:pt x="17388" y="6821"/>
                        <a:pt x="17456" y="6821"/>
                      </a:cubicBezTo>
                      <a:cubicBezTo>
                        <a:pt x="19741" y="6821"/>
                        <a:pt x="21600" y="10135"/>
                        <a:pt x="21600" y="14207"/>
                      </a:cubicBezTo>
                      <a:cubicBezTo>
                        <a:pt x="21600" y="18284"/>
                        <a:pt x="19741" y="21600"/>
                        <a:pt x="17456" y="21600"/>
                      </a:cubicBezTo>
                      <a:close/>
                      <a:moveTo>
                        <a:pt x="17456" y="21600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3" name="Group 93"/>
                <p:cNvGrpSpPr/>
                <p:nvPr/>
              </p:nvGrpSpPr>
              <p:grpSpPr bwMode="auto">
                <a:xfrm>
                  <a:off x="2672" y="1617"/>
                  <a:ext cx="1203" cy="889"/>
                  <a:chOff x="0" y="0"/>
                  <a:chExt cx="1203" cy="889"/>
                </a:xfrm>
              </p:grpSpPr>
              <p:sp>
                <p:nvSpPr>
                  <p:cNvPr id="117" name="Freeform: Shape 117"/>
                  <p:cNvSpPr/>
                  <p:nvPr/>
                </p:nvSpPr>
                <p:spPr bwMode="auto">
                  <a:xfrm>
                    <a:off x="669" y="0"/>
                    <a:ext cx="534" cy="53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220" h="21401">
                        <a:moveTo>
                          <a:pt x="7221" y="9354"/>
                        </a:moveTo>
                        <a:cubicBezTo>
                          <a:pt x="7968" y="7474"/>
                          <a:pt x="10089" y="6557"/>
                          <a:pt x="11961" y="7310"/>
                        </a:cubicBezTo>
                        <a:cubicBezTo>
                          <a:pt x="13830" y="8062"/>
                          <a:pt x="14740" y="10198"/>
                          <a:pt x="13992" y="12078"/>
                        </a:cubicBezTo>
                        <a:cubicBezTo>
                          <a:pt x="13245" y="13959"/>
                          <a:pt x="11121" y="14873"/>
                          <a:pt x="9253" y="14122"/>
                        </a:cubicBezTo>
                        <a:cubicBezTo>
                          <a:pt x="7381" y="13369"/>
                          <a:pt x="6474" y="11235"/>
                          <a:pt x="7221" y="9354"/>
                        </a:cubicBezTo>
                        <a:close/>
                        <a:moveTo>
                          <a:pt x="16" y="7854"/>
                        </a:moveTo>
                        <a:cubicBezTo>
                          <a:pt x="16" y="7854"/>
                          <a:pt x="-143" y="8219"/>
                          <a:pt x="536" y="8520"/>
                        </a:cubicBezTo>
                        <a:lnTo>
                          <a:pt x="2237" y="9499"/>
                        </a:lnTo>
                        <a:cubicBezTo>
                          <a:pt x="2237" y="9499"/>
                          <a:pt x="2742" y="9769"/>
                          <a:pt x="2792" y="10552"/>
                        </a:cubicBezTo>
                        <a:cubicBezTo>
                          <a:pt x="2792" y="10552"/>
                          <a:pt x="2978" y="11523"/>
                          <a:pt x="2611" y="11806"/>
                        </a:cubicBezTo>
                        <a:lnTo>
                          <a:pt x="354" y="13334"/>
                        </a:lnTo>
                        <a:cubicBezTo>
                          <a:pt x="354" y="13334"/>
                          <a:pt x="-85" y="13533"/>
                          <a:pt x="74" y="14105"/>
                        </a:cubicBezTo>
                        <a:lnTo>
                          <a:pt x="1005" y="16181"/>
                        </a:lnTo>
                        <a:cubicBezTo>
                          <a:pt x="1005" y="16181"/>
                          <a:pt x="1382" y="16641"/>
                          <a:pt x="1834" y="16407"/>
                        </a:cubicBezTo>
                        <a:lnTo>
                          <a:pt x="3675" y="15863"/>
                        </a:lnTo>
                        <a:cubicBezTo>
                          <a:pt x="3675" y="15863"/>
                          <a:pt x="4409" y="15556"/>
                          <a:pt x="5074" y="16293"/>
                        </a:cubicBezTo>
                        <a:cubicBezTo>
                          <a:pt x="5074" y="16293"/>
                          <a:pt x="5844" y="16936"/>
                          <a:pt x="5712" y="17566"/>
                        </a:cubicBezTo>
                        <a:lnTo>
                          <a:pt x="5149" y="19856"/>
                        </a:lnTo>
                        <a:cubicBezTo>
                          <a:pt x="5149" y="19856"/>
                          <a:pt x="4941" y="20377"/>
                          <a:pt x="5617" y="20622"/>
                        </a:cubicBezTo>
                        <a:lnTo>
                          <a:pt x="7511" y="21384"/>
                        </a:lnTo>
                        <a:cubicBezTo>
                          <a:pt x="7511" y="21384"/>
                          <a:pt x="8125" y="21510"/>
                          <a:pt x="8344" y="21062"/>
                        </a:cubicBezTo>
                        <a:lnTo>
                          <a:pt x="9366" y="19197"/>
                        </a:lnTo>
                        <a:cubicBezTo>
                          <a:pt x="9366" y="19197"/>
                          <a:pt x="9567" y="18620"/>
                          <a:pt x="10384" y="18575"/>
                        </a:cubicBezTo>
                        <a:cubicBezTo>
                          <a:pt x="10384" y="18575"/>
                          <a:pt x="11476" y="18305"/>
                          <a:pt x="11914" y="19016"/>
                        </a:cubicBezTo>
                        <a:lnTo>
                          <a:pt x="13125" y="20990"/>
                        </a:lnTo>
                        <a:cubicBezTo>
                          <a:pt x="13125" y="20990"/>
                          <a:pt x="13308" y="21467"/>
                          <a:pt x="14059" y="21286"/>
                        </a:cubicBezTo>
                        <a:lnTo>
                          <a:pt x="15843" y="20516"/>
                        </a:lnTo>
                        <a:cubicBezTo>
                          <a:pt x="15843" y="20516"/>
                          <a:pt x="16456" y="20214"/>
                          <a:pt x="16207" y="19565"/>
                        </a:cubicBezTo>
                        <a:lnTo>
                          <a:pt x="15652" y="17480"/>
                        </a:lnTo>
                        <a:cubicBezTo>
                          <a:pt x="15652" y="17480"/>
                          <a:pt x="15453" y="16944"/>
                          <a:pt x="16136" y="16294"/>
                        </a:cubicBezTo>
                        <a:cubicBezTo>
                          <a:pt x="16136" y="16294"/>
                          <a:pt x="16781" y="15443"/>
                          <a:pt x="17509" y="15655"/>
                        </a:cubicBezTo>
                        <a:lnTo>
                          <a:pt x="19586" y="16156"/>
                        </a:lnTo>
                        <a:cubicBezTo>
                          <a:pt x="19586" y="16156"/>
                          <a:pt x="20199" y="16389"/>
                          <a:pt x="20463" y="15759"/>
                        </a:cubicBezTo>
                        <a:lnTo>
                          <a:pt x="21152" y="13959"/>
                        </a:lnTo>
                        <a:cubicBezTo>
                          <a:pt x="21152" y="13959"/>
                          <a:pt x="21457" y="13293"/>
                          <a:pt x="20778" y="12926"/>
                        </a:cubicBezTo>
                        <a:lnTo>
                          <a:pt x="18801" y="11902"/>
                        </a:lnTo>
                        <a:cubicBezTo>
                          <a:pt x="18801" y="11902"/>
                          <a:pt x="18292" y="11376"/>
                          <a:pt x="18319" y="10704"/>
                        </a:cubicBezTo>
                        <a:cubicBezTo>
                          <a:pt x="18319" y="10704"/>
                          <a:pt x="18299" y="9652"/>
                          <a:pt x="18902" y="9372"/>
                        </a:cubicBezTo>
                        <a:lnTo>
                          <a:pt x="20739" y="8216"/>
                        </a:lnTo>
                        <a:cubicBezTo>
                          <a:pt x="20739" y="8216"/>
                          <a:pt x="21262" y="7864"/>
                          <a:pt x="21091" y="7372"/>
                        </a:cubicBezTo>
                        <a:lnTo>
                          <a:pt x="20125" y="5225"/>
                        </a:lnTo>
                        <a:cubicBezTo>
                          <a:pt x="20125" y="5225"/>
                          <a:pt x="19812" y="4871"/>
                          <a:pt x="19452" y="5025"/>
                        </a:cubicBezTo>
                        <a:lnTo>
                          <a:pt x="17026" y="5720"/>
                        </a:lnTo>
                        <a:cubicBezTo>
                          <a:pt x="17026" y="5720"/>
                          <a:pt x="16281" y="5653"/>
                          <a:pt x="15831" y="4976"/>
                        </a:cubicBezTo>
                        <a:cubicBezTo>
                          <a:pt x="15831" y="4976"/>
                          <a:pt x="15301" y="4334"/>
                          <a:pt x="15305" y="4055"/>
                        </a:cubicBezTo>
                        <a:cubicBezTo>
                          <a:pt x="15305" y="4055"/>
                          <a:pt x="15907" y="1671"/>
                          <a:pt x="15941" y="1551"/>
                        </a:cubicBezTo>
                        <a:cubicBezTo>
                          <a:pt x="15941" y="1551"/>
                          <a:pt x="16115" y="1046"/>
                          <a:pt x="15638" y="840"/>
                        </a:cubicBezTo>
                        <a:lnTo>
                          <a:pt x="13623" y="16"/>
                        </a:lnTo>
                        <a:cubicBezTo>
                          <a:pt x="13623" y="16"/>
                          <a:pt x="13158" y="-90"/>
                          <a:pt x="12976" y="238"/>
                        </a:cubicBezTo>
                        <a:lnTo>
                          <a:pt x="11589" y="2654"/>
                        </a:lnTo>
                        <a:cubicBezTo>
                          <a:pt x="11589" y="2654"/>
                          <a:pt x="11020" y="3013"/>
                          <a:pt x="10436" y="2940"/>
                        </a:cubicBezTo>
                        <a:cubicBezTo>
                          <a:pt x="10436" y="2940"/>
                          <a:pt x="9432" y="2790"/>
                          <a:pt x="9204" y="2457"/>
                        </a:cubicBezTo>
                        <a:lnTo>
                          <a:pt x="8028" y="524"/>
                        </a:lnTo>
                        <a:cubicBezTo>
                          <a:pt x="8028" y="524"/>
                          <a:pt x="7739" y="-87"/>
                          <a:pt x="7174" y="128"/>
                        </a:cubicBezTo>
                        <a:lnTo>
                          <a:pt x="5170" y="983"/>
                        </a:lnTo>
                        <a:cubicBezTo>
                          <a:pt x="5170" y="983"/>
                          <a:pt x="4766" y="1167"/>
                          <a:pt x="4889" y="1660"/>
                        </a:cubicBezTo>
                        <a:lnTo>
                          <a:pt x="5543" y="4064"/>
                        </a:lnTo>
                        <a:cubicBezTo>
                          <a:pt x="5543" y="4064"/>
                          <a:pt x="5806" y="4774"/>
                          <a:pt x="4817" y="5487"/>
                        </a:cubicBezTo>
                        <a:cubicBezTo>
                          <a:pt x="4817" y="5487"/>
                          <a:pt x="4223" y="6146"/>
                          <a:pt x="3267" y="5868"/>
                        </a:cubicBezTo>
                        <a:cubicBezTo>
                          <a:pt x="2314" y="5591"/>
                          <a:pt x="1443" y="5401"/>
                          <a:pt x="1443" y="5401"/>
                        </a:cubicBezTo>
                        <a:cubicBezTo>
                          <a:pt x="1443" y="5401"/>
                          <a:pt x="941" y="5227"/>
                          <a:pt x="722" y="5741"/>
                        </a:cubicBezTo>
                        <a:cubicBezTo>
                          <a:pt x="504" y="6256"/>
                          <a:pt x="16" y="7854"/>
                          <a:pt x="16" y="7854"/>
                        </a:cubicBezTo>
                        <a:close/>
                        <a:moveTo>
                          <a:pt x="16" y="7854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8" name="Freeform: Shape 118"/>
                  <p:cNvSpPr/>
                  <p:nvPr/>
                </p:nvSpPr>
                <p:spPr bwMode="auto">
                  <a:xfrm>
                    <a:off x="0" y="116"/>
                    <a:ext cx="773" cy="773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596" h="21562">
                        <a:moveTo>
                          <a:pt x="6714" y="10868"/>
                        </a:moveTo>
                        <a:cubicBezTo>
                          <a:pt x="6662" y="8613"/>
                          <a:pt x="8448" y="6742"/>
                          <a:pt x="10703" y="6691"/>
                        </a:cubicBezTo>
                        <a:cubicBezTo>
                          <a:pt x="12958" y="6638"/>
                          <a:pt x="14828" y="8426"/>
                          <a:pt x="14879" y="10682"/>
                        </a:cubicBezTo>
                        <a:cubicBezTo>
                          <a:pt x="14931" y="12938"/>
                          <a:pt x="13145" y="14808"/>
                          <a:pt x="10890" y="14860"/>
                        </a:cubicBezTo>
                        <a:cubicBezTo>
                          <a:pt x="8634" y="14912"/>
                          <a:pt x="6765" y="13124"/>
                          <a:pt x="6714" y="10868"/>
                        </a:cubicBezTo>
                        <a:close/>
                        <a:moveTo>
                          <a:pt x="170" y="12283"/>
                        </a:moveTo>
                        <a:cubicBezTo>
                          <a:pt x="170" y="12283"/>
                          <a:pt x="167" y="12671"/>
                          <a:pt x="893" y="12678"/>
                        </a:cubicBezTo>
                        <a:lnTo>
                          <a:pt x="2798" y="12901"/>
                        </a:lnTo>
                        <a:cubicBezTo>
                          <a:pt x="2798" y="12901"/>
                          <a:pt x="3356" y="12949"/>
                          <a:pt x="3698" y="13631"/>
                        </a:cubicBezTo>
                        <a:cubicBezTo>
                          <a:pt x="3698" y="13631"/>
                          <a:pt x="4237" y="14429"/>
                          <a:pt x="4016" y="14823"/>
                        </a:cubicBezTo>
                        <a:lnTo>
                          <a:pt x="2566" y="17058"/>
                        </a:lnTo>
                        <a:cubicBezTo>
                          <a:pt x="2566" y="17058"/>
                          <a:pt x="2247" y="17405"/>
                          <a:pt x="2608" y="17857"/>
                        </a:cubicBezTo>
                        <a:lnTo>
                          <a:pt x="4240" y="19357"/>
                        </a:lnTo>
                        <a:cubicBezTo>
                          <a:pt x="4240" y="19357"/>
                          <a:pt x="4755" y="19624"/>
                          <a:pt x="5073" y="19241"/>
                        </a:cubicBezTo>
                        <a:lnTo>
                          <a:pt x="6521" y="18046"/>
                        </a:lnTo>
                        <a:cubicBezTo>
                          <a:pt x="6521" y="18046"/>
                          <a:pt x="7066" y="17489"/>
                          <a:pt x="7946" y="17893"/>
                        </a:cubicBezTo>
                        <a:cubicBezTo>
                          <a:pt x="7946" y="17893"/>
                          <a:pt x="8884" y="18174"/>
                          <a:pt x="9007" y="18788"/>
                        </a:cubicBezTo>
                        <a:lnTo>
                          <a:pt x="9374" y="21057"/>
                        </a:lnTo>
                        <a:cubicBezTo>
                          <a:pt x="9374" y="21057"/>
                          <a:pt x="9386" y="21600"/>
                          <a:pt x="10087" y="21560"/>
                        </a:cubicBezTo>
                        <a:lnTo>
                          <a:pt x="12082" y="21515"/>
                        </a:lnTo>
                        <a:cubicBezTo>
                          <a:pt x="12082" y="21515"/>
                          <a:pt x="12686" y="21391"/>
                          <a:pt x="12710" y="20907"/>
                        </a:cubicBezTo>
                        <a:lnTo>
                          <a:pt x="12917" y="18845"/>
                        </a:lnTo>
                        <a:cubicBezTo>
                          <a:pt x="12917" y="18845"/>
                          <a:pt x="12880" y="18252"/>
                          <a:pt x="13598" y="17897"/>
                        </a:cubicBezTo>
                        <a:cubicBezTo>
                          <a:pt x="13598" y="17897"/>
                          <a:pt x="14478" y="17235"/>
                          <a:pt x="15142" y="17704"/>
                        </a:cubicBezTo>
                        <a:lnTo>
                          <a:pt x="16987" y="19005"/>
                        </a:lnTo>
                        <a:cubicBezTo>
                          <a:pt x="16987" y="19005"/>
                          <a:pt x="17334" y="19361"/>
                          <a:pt x="17941" y="18910"/>
                        </a:cubicBezTo>
                        <a:lnTo>
                          <a:pt x="19252" y="17537"/>
                        </a:lnTo>
                        <a:cubicBezTo>
                          <a:pt x="19252" y="17537"/>
                          <a:pt x="19689" y="17030"/>
                          <a:pt x="19218" y="16544"/>
                        </a:cubicBezTo>
                        <a:lnTo>
                          <a:pt x="17922" y="14892"/>
                        </a:lnTo>
                        <a:cubicBezTo>
                          <a:pt x="17922" y="14892"/>
                          <a:pt x="17537" y="14489"/>
                          <a:pt x="17905" y="13645"/>
                        </a:cubicBezTo>
                        <a:cubicBezTo>
                          <a:pt x="17905" y="13645"/>
                          <a:pt x="18161" y="12634"/>
                          <a:pt x="18897" y="12544"/>
                        </a:cubicBezTo>
                        <a:lnTo>
                          <a:pt x="20958" y="12194"/>
                        </a:lnTo>
                        <a:cubicBezTo>
                          <a:pt x="20958" y="12194"/>
                          <a:pt x="21599" y="12168"/>
                          <a:pt x="21596" y="11502"/>
                        </a:cubicBezTo>
                        <a:lnTo>
                          <a:pt x="21528" y="9627"/>
                        </a:lnTo>
                        <a:cubicBezTo>
                          <a:pt x="21528" y="9627"/>
                          <a:pt x="21548" y="8912"/>
                          <a:pt x="20796" y="8844"/>
                        </a:cubicBezTo>
                        <a:lnTo>
                          <a:pt x="18628" y="8688"/>
                        </a:lnTo>
                        <a:cubicBezTo>
                          <a:pt x="18628" y="8688"/>
                          <a:pt x="17967" y="8413"/>
                          <a:pt x="17736" y="7801"/>
                        </a:cubicBezTo>
                        <a:cubicBezTo>
                          <a:pt x="17736" y="7801"/>
                          <a:pt x="17316" y="6867"/>
                          <a:pt x="17752" y="6384"/>
                        </a:cubicBezTo>
                        <a:lnTo>
                          <a:pt x="18963" y="4643"/>
                        </a:lnTo>
                        <a:cubicBezTo>
                          <a:pt x="18963" y="4643"/>
                          <a:pt x="19301" y="4127"/>
                          <a:pt x="18958" y="3753"/>
                        </a:cubicBezTo>
                        <a:lnTo>
                          <a:pt x="17270" y="2201"/>
                        </a:lnTo>
                        <a:cubicBezTo>
                          <a:pt x="17270" y="2201"/>
                          <a:pt x="16852" y="2004"/>
                          <a:pt x="16588" y="2281"/>
                        </a:cubicBezTo>
                        <a:lnTo>
                          <a:pt x="14669" y="3835"/>
                        </a:lnTo>
                        <a:cubicBezTo>
                          <a:pt x="14669" y="3835"/>
                          <a:pt x="13972" y="4062"/>
                          <a:pt x="13308" y="3629"/>
                        </a:cubicBezTo>
                        <a:cubicBezTo>
                          <a:pt x="13308" y="3629"/>
                          <a:pt x="12586" y="3258"/>
                          <a:pt x="12483" y="3006"/>
                        </a:cubicBezTo>
                        <a:cubicBezTo>
                          <a:pt x="12483" y="3006"/>
                          <a:pt x="12115" y="641"/>
                          <a:pt x="12099" y="520"/>
                        </a:cubicBezTo>
                        <a:cubicBezTo>
                          <a:pt x="12099" y="520"/>
                          <a:pt x="12064" y="1"/>
                          <a:pt x="11555" y="0"/>
                        </a:cubicBezTo>
                        <a:lnTo>
                          <a:pt x="9427" y="38"/>
                        </a:lnTo>
                        <a:cubicBezTo>
                          <a:pt x="9427" y="38"/>
                          <a:pt x="8969" y="119"/>
                          <a:pt x="8928" y="484"/>
                        </a:cubicBezTo>
                        <a:lnTo>
                          <a:pt x="8602" y="3179"/>
                        </a:lnTo>
                        <a:cubicBezTo>
                          <a:pt x="8602" y="3179"/>
                          <a:pt x="8228" y="3721"/>
                          <a:pt x="7675" y="3878"/>
                        </a:cubicBezTo>
                        <a:cubicBezTo>
                          <a:pt x="7675" y="3878"/>
                          <a:pt x="6712" y="4130"/>
                          <a:pt x="6381" y="3920"/>
                        </a:cubicBezTo>
                        <a:lnTo>
                          <a:pt x="4585" y="2641"/>
                        </a:lnTo>
                        <a:cubicBezTo>
                          <a:pt x="4585" y="2641"/>
                          <a:pt x="4091" y="2204"/>
                          <a:pt x="3665" y="2614"/>
                        </a:cubicBezTo>
                        <a:lnTo>
                          <a:pt x="2187" y="4149"/>
                        </a:lnTo>
                        <a:cubicBezTo>
                          <a:pt x="2187" y="4149"/>
                          <a:pt x="1892" y="4471"/>
                          <a:pt x="2192" y="4864"/>
                        </a:cubicBezTo>
                        <a:lnTo>
                          <a:pt x="3699" y="6766"/>
                        </a:lnTo>
                        <a:cubicBezTo>
                          <a:pt x="3699" y="6766"/>
                          <a:pt x="4207" y="7300"/>
                          <a:pt x="3589" y="8318"/>
                        </a:cubicBezTo>
                        <a:cubicBezTo>
                          <a:pt x="3589" y="8318"/>
                          <a:pt x="3305" y="9136"/>
                          <a:pt x="2339" y="9254"/>
                        </a:cubicBezTo>
                        <a:cubicBezTo>
                          <a:pt x="1374" y="9374"/>
                          <a:pt x="519" y="9539"/>
                          <a:pt x="519" y="9539"/>
                        </a:cubicBezTo>
                        <a:cubicBezTo>
                          <a:pt x="519" y="9539"/>
                          <a:pt x="-1" y="9574"/>
                          <a:pt x="0" y="10120"/>
                        </a:cubicBezTo>
                        <a:cubicBezTo>
                          <a:pt x="0" y="10665"/>
                          <a:pt x="170" y="12283"/>
                          <a:pt x="170" y="12283"/>
                        </a:cubicBezTo>
                        <a:close/>
                        <a:moveTo>
                          <a:pt x="170" y="1228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94" name="Freeform: Shape 94"/>
                <p:cNvSpPr/>
                <p:nvPr/>
              </p:nvSpPr>
              <p:spPr bwMode="auto">
                <a:xfrm>
                  <a:off x="3257" y="1044"/>
                  <a:ext cx="533" cy="41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44" h="21334">
                      <a:moveTo>
                        <a:pt x="10347" y="11187"/>
                      </a:moveTo>
                      <a:cubicBezTo>
                        <a:pt x="10058" y="10978"/>
                        <a:pt x="9855" y="10582"/>
                        <a:pt x="9730" y="9980"/>
                      </a:cubicBezTo>
                      <a:cubicBezTo>
                        <a:pt x="10138" y="9957"/>
                        <a:pt x="10480" y="10038"/>
                        <a:pt x="10744" y="10229"/>
                      </a:cubicBezTo>
                      <a:cubicBezTo>
                        <a:pt x="11054" y="10453"/>
                        <a:pt x="11271" y="10832"/>
                        <a:pt x="11406" y="11375"/>
                      </a:cubicBezTo>
                      <a:cubicBezTo>
                        <a:pt x="10942" y="11432"/>
                        <a:pt x="10602" y="11371"/>
                        <a:pt x="10347" y="11187"/>
                      </a:cubicBezTo>
                      <a:close/>
                      <a:moveTo>
                        <a:pt x="21069" y="7196"/>
                      </a:moveTo>
                      <a:lnTo>
                        <a:pt x="20539" y="3842"/>
                      </a:lnTo>
                      <a:cubicBezTo>
                        <a:pt x="20323" y="2469"/>
                        <a:pt x="19656" y="1290"/>
                        <a:pt x="18711" y="607"/>
                      </a:cubicBezTo>
                      <a:cubicBezTo>
                        <a:pt x="17937" y="47"/>
                        <a:pt x="17032" y="-133"/>
                        <a:pt x="16164" y="97"/>
                      </a:cubicBezTo>
                      <a:lnTo>
                        <a:pt x="9646" y="1824"/>
                      </a:lnTo>
                      <a:cubicBezTo>
                        <a:pt x="8102" y="2233"/>
                        <a:pt x="6923" y="3870"/>
                        <a:pt x="6713" y="5895"/>
                      </a:cubicBezTo>
                      <a:lnTo>
                        <a:pt x="6642" y="6580"/>
                      </a:lnTo>
                      <a:lnTo>
                        <a:pt x="9385" y="5853"/>
                      </a:lnTo>
                      <a:lnTo>
                        <a:pt x="9472" y="5692"/>
                      </a:lnTo>
                      <a:cubicBezTo>
                        <a:pt x="9721" y="5234"/>
                        <a:pt x="10207" y="4921"/>
                        <a:pt x="11002" y="4712"/>
                      </a:cubicBezTo>
                      <a:lnTo>
                        <a:pt x="15791" y="3442"/>
                      </a:lnTo>
                      <a:cubicBezTo>
                        <a:pt x="16485" y="3258"/>
                        <a:pt x="17034" y="3306"/>
                        <a:pt x="17423" y="3587"/>
                      </a:cubicBezTo>
                      <a:cubicBezTo>
                        <a:pt x="17801" y="3860"/>
                        <a:pt x="18043" y="4359"/>
                        <a:pt x="18164" y="5109"/>
                      </a:cubicBezTo>
                      <a:lnTo>
                        <a:pt x="18496" y="7214"/>
                      </a:lnTo>
                      <a:cubicBezTo>
                        <a:pt x="18686" y="8813"/>
                        <a:pt x="18200" y="9615"/>
                        <a:pt x="16822" y="9980"/>
                      </a:cubicBezTo>
                      <a:lnTo>
                        <a:pt x="13904" y="10754"/>
                      </a:lnTo>
                      <a:lnTo>
                        <a:pt x="13861" y="10483"/>
                      </a:lnTo>
                      <a:cubicBezTo>
                        <a:pt x="13644" y="9110"/>
                        <a:pt x="12978" y="7932"/>
                        <a:pt x="12033" y="7249"/>
                      </a:cubicBezTo>
                      <a:cubicBezTo>
                        <a:pt x="11259" y="6689"/>
                        <a:pt x="10353" y="6507"/>
                        <a:pt x="9484" y="6737"/>
                      </a:cubicBezTo>
                      <a:lnTo>
                        <a:pt x="2967" y="8467"/>
                      </a:lnTo>
                      <a:cubicBezTo>
                        <a:pt x="1996" y="8724"/>
                        <a:pt x="1161" y="9456"/>
                        <a:pt x="615" y="10528"/>
                      </a:cubicBezTo>
                      <a:cubicBezTo>
                        <a:pt x="70" y="11598"/>
                        <a:pt x="-122" y="12881"/>
                        <a:pt x="77" y="14139"/>
                      </a:cubicBezTo>
                      <a:lnTo>
                        <a:pt x="606" y="17490"/>
                      </a:lnTo>
                      <a:cubicBezTo>
                        <a:pt x="824" y="18862"/>
                        <a:pt x="1490" y="20041"/>
                        <a:pt x="2434" y="20726"/>
                      </a:cubicBezTo>
                      <a:cubicBezTo>
                        <a:pt x="2435" y="20727"/>
                        <a:pt x="2435" y="20727"/>
                        <a:pt x="2435" y="20727"/>
                      </a:cubicBezTo>
                      <a:cubicBezTo>
                        <a:pt x="3209" y="21286"/>
                        <a:pt x="4114" y="21467"/>
                        <a:pt x="4983" y="21237"/>
                      </a:cubicBezTo>
                      <a:lnTo>
                        <a:pt x="11499" y="19509"/>
                      </a:lnTo>
                      <a:cubicBezTo>
                        <a:pt x="13072" y="19092"/>
                        <a:pt x="14254" y="17424"/>
                        <a:pt x="14440" y="15358"/>
                      </a:cubicBezTo>
                      <a:lnTo>
                        <a:pt x="14502" y="14684"/>
                      </a:lnTo>
                      <a:lnTo>
                        <a:pt x="11718" y="15421"/>
                      </a:lnTo>
                      <a:lnTo>
                        <a:pt x="11631" y="15593"/>
                      </a:lnTo>
                      <a:cubicBezTo>
                        <a:pt x="11383" y="16086"/>
                        <a:pt x="10897" y="16422"/>
                        <a:pt x="10145" y="16622"/>
                      </a:cubicBezTo>
                      <a:lnTo>
                        <a:pt x="5356" y="17892"/>
                      </a:lnTo>
                      <a:cubicBezTo>
                        <a:pt x="4547" y="18105"/>
                        <a:pt x="4027" y="18086"/>
                        <a:pt x="3669" y="17827"/>
                      </a:cubicBezTo>
                      <a:cubicBezTo>
                        <a:pt x="3319" y="17575"/>
                        <a:pt x="3095" y="17055"/>
                        <a:pt x="2982" y="16223"/>
                      </a:cubicBezTo>
                      <a:lnTo>
                        <a:pt x="2646" y="14090"/>
                      </a:lnTo>
                      <a:cubicBezTo>
                        <a:pt x="2523" y="13343"/>
                        <a:pt x="2565" y="12781"/>
                        <a:pt x="2774" y="12368"/>
                      </a:cubicBezTo>
                      <a:cubicBezTo>
                        <a:pt x="3016" y="11891"/>
                        <a:pt x="3508" y="11568"/>
                        <a:pt x="4323" y="11352"/>
                      </a:cubicBezTo>
                      <a:lnTo>
                        <a:pt x="7242" y="10579"/>
                      </a:lnTo>
                      <a:lnTo>
                        <a:pt x="7284" y="10848"/>
                      </a:lnTo>
                      <a:cubicBezTo>
                        <a:pt x="7501" y="12222"/>
                        <a:pt x="8168" y="13401"/>
                        <a:pt x="9112" y="14084"/>
                      </a:cubicBezTo>
                      <a:cubicBezTo>
                        <a:pt x="9887" y="14644"/>
                        <a:pt x="10793" y="14826"/>
                        <a:pt x="11662" y="14595"/>
                      </a:cubicBezTo>
                      <a:lnTo>
                        <a:pt x="18179" y="12867"/>
                      </a:lnTo>
                      <a:cubicBezTo>
                        <a:pt x="20182" y="12335"/>
                        <a:pt x="21478" y="9791"/>
                        <a:pt x="21069" y="7196"/>
                      </a:cubicBezTo>
                      <a:close/>
                      <a:moveTo>
                        <a:pt x="21069" y="7196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5" name="Group 95"/>
                <p:cNvGrpSpPr/>
                <p:nvPr/>
              </p:nvGrpSpPr>
              <p:grpSpPr bwMode="auto">
                <a:xfrm>
                  <a:off x="1886" y="1274"/>
                  <a:ext cx="766" cy="703"/>
                  <a:chOff x="0" y="0"/>
                  <a:chExt cx="766" cy="703"/>
                </a:xfrm>
              </p:grpSpPr>
              <p:sp>
                <p:nvSpPr>
                  <p:cNvPr id="114" name="Freeform: Shape 114"/>
                  <p:cNvSpPr/>
                  <p:nvPr/>
                </p:nvSpPr>
                <p:spPr bwMode="auto">
                  <a:xfrm>
                    <a:off x="0" y="362"/>
                    <a:ext cx="492" cy="3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184" h="18543">
                        <a:moveTo>
                          <a:pt x="10363" y="5"/>
                        </a:moveTo>
                        <a:cubicBezTo>
                          <a:pt x="538" y="-332"/>
                          <a:pt x="0" y="15867"/>
                          <a:pt x="0" y="15867"/>
                        </a:cubicBezTo>
                        <a:cubicBezTo>
                          <a:pt x="5817" y="21268"/>
                          <a:pt x="21104" y="16821"/>
                          <a:pt x="21104" y="16821"/>
                        </a:cubicBezTo>
                        <a:cubicBezTo>
                          <a:pt x="21374" y="16453"/>
                          <a:pt x="21600" y="393"/>
                          <a:pt x="10363" y="5"/>
                        </a:cubicBezTo>
                        <a:close/>
                        <a:moveTo>
                          <a:pt x="10363" y="5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5" name="Freeform: Shape 115"/>
                  <p:cNvSpPr/>
                  <p:nvPr/>
                </p:nvSpPr>
                <p:spPr bwMode="auto">
                  <a:xfrm>
                    <a:off x="97" y="88"/>
                    <a:ext cx="257" cy="24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19344" h="20808">
                        <a:moveTo>
                          <a:pt x="16008" y="2328"/>
                        </a:moveTo>
                        <a:cubicBezTo>
                          <a:pt x="14082" y="645"/>
                          <a:pt x="11537" y="-245"/>
                          <a:pt x="8847" y="60"/>
                        </a:cubicBezTo>
                        <a:cubicBezTo>
                          <a:pt x="3474" y="661"/>
                          <a:pt x="-466" y="5782"/>
                          <a:pt x="44" y="11498"/>
                        </a:cubicBezTo>
                        <a:cubicBezTo>
                          <a:pt x="556" y="17211"/>
                          <a:pt x="5324" y="21355"/>
                          <a:pt x="10693" y="20750"/>
                        </a:cubicBezTo>
                        <a:cubicBezTo>
                          <a:pt x="14294" y="20347"/>
                          <a:pt x="17245" y="17907"/>
                          <a:pt x="18650" y="14627"/>
                        </a:cubicBezTo>
                        <a:cubicBezTo>
                          <a:pt x="21134" y="7175"/>
                          <a:pt x="16165" y="2233"/>
                          <a:pt x="16008" y="2328"/>
                        </a:cubicBezTo>
                        <a:close/>
                        <a:moveTo>
                          <a:pt x="16008" y="2328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6" name="Freeform: Shape 116"/>
                  <p:cNvSpPr/>
                  <p:nvPr/>
                </p:nvSpPr>
                <p:spPr bwMode="auto">
                  <a:xfrm>
                    <a:off x="323" y="0"/>
                    <a:ext cx="443" cy="35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6236" y="8353"/>
                        </a:moveTo>
                        <a:lnTo>
                          <a:pt x="4552" y="8353"/>
                        </a:lnTo>
                        <a:lnTo>
                          <a:pt x="4552" y="6580"/>
                        </a:lnTo>
                        <a:lnTo>
                          <a:pt x="16236" y="6580"/>
                        </a:lnTo>
                        <a:cubicBezTo>
                          <a:pt x="16236" y="6580"/>
                          <a:pt x="16236" y="8353"/>
                          <a:pt x="16236" y="8353"/>
                        </a:cubicBezTo>
                        <a:close/>
                        <a:moveTo>
                          <a:pt x="16236" y="11901"/>
                        </a:moveTo>
                        <a:lnTo>
                          <a:pt x="4552" y="11901"/>
                        </a:lnTo>
                        <a:lnTo>
                          <a:pt x="4552" y="10127"/>
                        </a:lnTo>
                        <a:lnTo>
                          <a:pt x="16236" y="10127"/>
                        </a:lnTo>
                        <a:cubicBezTo>
                          <a:pt x="16236" y="10127"/>
                          <a:pt x="16236" y="11901"/>
                          <a:pt x="16236" y="11901"/>
                        </a:cubicBezTo>
                        <a:close/>
                        <a:moveTo>
                          <a:pt x="14259" y="0"/>
                        </a:moveTo>
                        <a:lnTo>
                          <a:pt x="6773" y="0"/>
                        </a:lnTo>
                        <a:cubicBezTo>
                          <a:pt x="3712" y="0"/>
                          <a:pt x="1100" y="2320"/>
                          <a:pt x="0" y="5612"/>
                        </a:cubicBezTo>
                        <a:cubicBezTo>
                          <a:pt x="664" y="6034"/>
                          <a:pt x="2105" y="7381"/>
                          <a:pt x="2652" y="9796"/>
                        </a:cubicBezTo>
                        <a:cubicBezTo>
                          <a:pt x="3159" y="12033"/>
                          <a:pt x="3198" y="14722"/>
                          <a:pt x="2144" y="16509"/>
                        </a:cubicBezTo>
                        <a:cubicBezTo>
                          <a:pt x="2982" y="17423"/>
                          <a:pt x="3762" y="17900"/>
                          <a:pt x="4876" y="18266"/>
                        </a:cubicBezTo>
                        <a:lnTo>
                          <a:pt x="2531" y="21600"/>
                        </a:lnTo>
                        <a:lnTo>
                          <a:pt x="9004" y="18574"/>
                        </a:lnTo>
                        <a:lnTo>
                          <a:pt x="14259" y="18574"/>
                        </a:lnTo>
                        <a:cubicBezTo>
                          <a:pt x="18314" y="18574"/>
                          <a:pt x="21600" y="14511"/>
                          <a:pt x="21600" y="9500"/>
                        </a:cubicBezTo>
                        <a:lnTo>
                          <a:pt x="21600" y="9075"/>
                        </a:lnTo>
                        <a:cubicBezTo>
                          <a:pt x="21600" y="4062"/>
                          <a:pt x="18314" y="0"/>
                          <a:pt x="14259" y="0"/>
                        </a:cubicBezTo>
                        <a:close/>
                        <a:moveTo>
                          <a:pt x="14259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96" name="Freeform: Shape 96"/>
                <p:cNvSpPr/>
                <p:nvPr/>
              </p:nvSpPr>
              <p:spPr bwMode="auto">
                <a:xfrm>
                  <a:off x="1292" y="2625"/>
                  <a:ext cx="1210" cy="98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199" h="20989">
                      <a:moveTo>
                        <a:pt x="14760" y="5355"/>
                      </a:moveTo>
                      <a:cubicBezTo>
                        <a:pt x="14084" y="5355"/>
                        <a:pt x="13537" y="4682"/>
                        <a:pt x="13537" y="3854"/>
                      </a:cubicBezTo>
                      <a:cubicBezTo>
                        <a:pt x="13537" y="3027"/>
                        <a:pt x="14084" y="2354"/>
                        <a:pt x="14760" y="2354"/>
                      </a:cubicBezTo>
                      <a:cubicBezTo>
                        <a:pt x="15435" y="2354"/>
                        <a:pt x="15983" y="3027"/>
                        <a:pt x="15983" y="3854"/>
                      </a:cubicBezTo>
                      <a:cubicBezTo>
                        <a:pt x="15983" y="4682"/>
                        <a:pt x="15435" y="5355"/>
                        <a:pt x="14760" y="5355"/>
                      </a:cubicBezTo>
                      <a:close/>
                      <a:moveTo>
                        <a:pt x="18221" y="3648"/>
                      </a:moveTo>
                      <a:cubicBezTo>
                        <a:pt x="17460" y="835"/>
                        <a:pt x="15004" y="-611"/>
                        <a:pt x="12691" y="246"/>
                      </a:cubicBezTo>
                      <a:cubicBezTo>
                        <a:pt x="9617" y="1384"/>
                        <a:pt x="8345" y="6120"/>
                        <a:pt x="8345" y="6120"/>
                      </a:cubicBezTo>
                      <a:cubicBezTo>
                        <a:pt x="7793" y="7577"/>
                        <a:pt x="7279" y="9085"/>
                        <a:pt x="5713" y="10389"/>
                      </a:cubicBezTo>
                      <a:cubicBezTo>
                        <a:pt x="2744" y="12856"/>
                        <a:pt x="-339" y="5876"/>
                        <a:pt x="1432" y="12498"/>
                      </a:cubicBezTo>
                      <a:cubicBezTo>
                        <a:pt x="1535" y="12883"/>
                        <a:pt x="1685" y="13259"/>
                        <a:pt x="1856" y="13627"/>
                      </a:cubicBezTo>
                      <a:cubicBezTo>
                        <a:pt x="-132" y="12318"/>
                        <a:pt x="-401" y="12189"/>
                        <a:pt x="472" y="15327"/>
                      </a:cubicBezTo>
                      <a:cubicBezTo>
                        <a:pt x="1496" y="19001"/>
                        <a:pt x="4620" y="20663"/>
                        <a:pt x="7727" y="20989"/>
                      </a:cubicBezTo>
                      <a:cubicBezTo>
                        <a:pt x="10488" y="20989"/>
                        <a:pt x="13587" y="20142"/>
                        <a:pt x="14784" y="16774"/>
                      </a:cubicBezTo>
                      <a:cubicBezTo>
                        <a:pt x="15677" y="14260"/>
                        <a:pt x="15699" y="10814"/>
                        <a:pt x="17925" y="7864"/>
                      </a:cubicBezTo>
                      <a:cubicBezTo>
                        <a:pt x="17925" y="7864"/>
                        <a:pt x="19256" y="6393"/>
                        <a:pt x="21199" y="6129"/>
                      </a:cubicBezTo>
                      <a:cubicBezTo>
                        <a:pt x="18629" y="5945"/>
                        <a:pt x="18221" y="3648"/>
                        <a:pt x="18221" y="3648"/>
                      </a:cubicBezTo>
                      <a:close/>
                      <a:moveTo>
                        <a:pt x="18221" y="3648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7" name="Freeform: Shape 97"/>
                <p:cNvSpPr/>
                <p:nvPr/>
              </p:nvSpPr>
              <p:spPr bwMode="auto">
                <a:xfrm>
                  <a:off x="4684" y="2236"/>
                  <a:ext cx="965" cy="10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324" h="21351">
                      <a:moveTo>
                        <a:pt x="16593" y="13829"/>
                      </a:moveTo>
                      <a:cubicBezTo>
                        <a:pt x="15541" y="13889"/>
                        <a:pt x="14615" y="14295"/>
                        <a:pt x="13915" y="14902"/>
                      </a:cubicBezTo>
                      <a:lnTo>
                        <a:pt x="8446" y="12232"/>
                      </a:lnTo>
                      <a:cubicBezTo>
                        <a:pt x="8469" y="12030"/>
                        <a:pt x="8486" y="11826"/>
                        <a:pt x="8472" y="11617"/>
                      </a:cubicBezTo>
                      <a:cubicBezTo>
                        <a:pt x="8449" y="11299"/>
                        <a:pt x="8368" y="11000"/>
                        <a:pt x="8264" y="10712"/>
                      </a:cubicBezTo>
                      <a:lnTo>
                        <a:pt x="14382" y="6652"/>
                      </a:lnTo>
                      <a:cubicBezTo>
                        <a:pt x="15186" y="7244"/>
                        <a:pt x="16227" y="7582"/>
                        <a:pt x="17351" y="7520"/>
                      </a:cubicBezTo>
                      <a:cubicBezTo>
                        <a:pt x="19687" y="7389"/>
                        <a:pt x="21461" y="5599"/>
                        <a:pt x="21316" y="3526"/>
                      </a:cubicBezTo>
                      <a:cubicBezTo>
                        <a:pt x="21167" y="1451"/>
                        <a:pt x="19153" y="-125"/>
                        <a:pt x="16817" y="8"/>
                      </a:cubicBezTo>
                      <a:cubicBezTo>
                        <a:pt x="14480" y="138"/>
                        <a:pt x="12706" y="1925"/>
                        <a:pt x="12854" y="4001"/>
                      </a:cubicBezTo>
                      <a:cubicBezTo>
                        <a:pt x="12871" y="4239"/>
                        <a:pt x="12917" y="4468"/>
                        <a:pt x="12980" y="4690"/>
                      </a:cubicBezTo>
                      <a:lnTo>
                        <a:pt x="6658" y="8783"/>
                      </a:lnTo>
                      <a:cubicBezTo>
                        <a:pt x="5897" y="8310"/>
                        <a:pt x="4969" y="8043"/>
                        <a:pt x="3971" y="8099"/>
                      </a:cubicBezTo>
                      <a:cubicBezTo>
                        <a:pt x="1636" y="8229"/>
                        <a:pt x="-139" y="10017"/>
                        <a:pt x="9" y="12093"/>
                      </a:cubicBezTo>
                      <a:cubicBezTo>
                        <a:pt x="157" y="14167"/>
                        <a:pt x="2169" y="15742"/>
                        <a:pt x="4507" y="15611"/>
                      </a:cubicBezTo>
                      <a:cubicBezTo>
                        <a:pt x="5685" y="15545"/>
                        <a:pt x="6717" y="15058"/>
                        <a:pt x="7435" y="14326"/>
                      </a:cubicBezTo>
                      <a:lnTo>
                        <a:pt x="12675" y="17011"/>
                      </a:lnTo>
                      <a:cubicBezTo>
                        <a:pt x="12629" y="17273"/>
                        <a:pt x="12609" y="17546"/>
                        <a:pt x="12629" y="17823"/>
                      </a:cubicBezTo>
                      <a:cubicBezTo>
                        <a:pt x="12776" y="19898"/>
                        <a:pt x="14790" y="21475"/>
                        <a:pt x="17127" y="21343"/>
                      </a:cubicBezTo>
                      <a:cubicBezTo>
                        <a:pt x="19463" y="21212"/>
                        <a:pt x="21238" y="19425"/>
                        <a:pt x="21091" y="17349"/>
                      </a:cubicBezTo>
                      <a:cubicBezTo>
                        <a:pt x="20945" y="15275"/>
                        <a:pt x="18928" y="13698"/>
                        <a:pt x="16593" y="13829"/>
                      </a:cubicBezTo>
                      <a:close/>
                      <a:moveTo>
                        <a:pt x="16593" y="13829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8" name="Freeform: Shape 98"/>
                <p:cNvSpPr/>
                <p:nvPr/>
              </p:nvSpPr>
              <p:spPr bwMode="auto">
                <a:xfrm>
                  <a:off x="3974" y="469"/>
                  <a:ext cx="1108" cy="106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421" h="21413">
                      <a:moveTo>
                        <a:pt x="8099" y="13602"/>
                      </a:moveTo>
                      <a:cubicBezTo>
                        <a:pt x="5358" y="13602"/>
                        <a:pt x="3138" y="11289"/>
                        <a:pt x="3138" y="8434"/>
                      </a:cubicBezTo>
                      <a:cubicBezTo>
                        <a:pt x="3138" y="5581"/>
                        <a:pt x="5358" y="3268"/>
                        <a:pt x="8099" y="3268"/>
                      </a:cubicBezTo>
                      <a:cubicBezTo>
                        <a:pt x="10838" y="3268"/>
                        <a:pt x="13059" y="5581"/>
                        <a:pt x="13059" y="8434"/>
                      </a:cubicBezTo>
                      <a:cubicBezTo>
                        <a:pt x="13059" y="11289"/>
                        <a:pt x="10838" y="13602"/>
                        <a:pt x="8099" y="13602"/>
                      </a:cubicBezTo>
                      <a:close/>
                      <a:moveTo>
                        <a:pt x="20893" y="17915"/>
                      </a:moveTo>
                      <a:lnTo>
                        <a:pt x="15499" y="12943"/>
                      </a:lnTo>
                      <a:cubicBezTo>
                        <a:pt x="15376" y="12827"/>
                        <a:pt x="15240" y="12743"/>
                        <a:pt x="15098" y="12673"/>
                      </a:cubicBezTo>
                      <a:cubicBezTo>
                        <a:pt x="15796" y="11428"/>
                        <a:pt x="16197" y="9980"/>
                        <a:pt x="16197" y="8434"/>
                      </a:cubicBezTo>
                      <a:cubicBezTo>
                        <a:pt x="16197" y="3776"/>
                        <a:pt x="12571" y="0"/>
                        <a:pt x="8099" y="0"/>
                      </a:cubicBezTo>
                      <a:cubicBezTo>
                        <a:pt x="3626" y="0"/>
                        <a:pt x="0" y="3776"/>
                        <a:pt x="0" y="8434"/>
                      </a:cubicBezTo>
                      <a:cubicBezTo>
                        <a:pt x="0" y="13093"/>
                        <a:pt x="3626" y="16869"/>
                        <a:pt x="8099" y="16869"/>
                      </a:cubicBezTo>
                      <a:cubicBezTo>
                        <a:pt x="9713" y="16869"/>
                        <a:pt x="11217" y="16374"/>
                        <a:pt x="12480" y="15526"/>
                      </a:cubicBezTo>
                      <a:cubicBezTo>
                        <a:pt x="12566" y="15701"/>
                        <a:pt x="12679" y="15866"/>
                        <a:pt x="12827" y="16004"/>
                      </a:cubicBezTo>
                      <a:lnTo>
                        <a:pt x="18221" y="20977"/>
                      </a:lnTo>
                      <a:cubicBezTo>
                        <a:pt x="18879" y="21600"/>
                        <a:pt x="19898" y="21549"/>
                        <a:pt x="20496" y="20864"/>
                      </a:cubicBezTo>
                      <a:lnTo>
                        <a:pt x="21003" y="20285"/>
                      </a:lnTo>
                      <a:cubicBezTo>
                        <a:pt x="21600" y="19599"/>
                        <a:pt x="21552" y="18538"/>
                        <a:pt x="20893" y="17915"/>
                      </a:cubicBezTo>
                      <a:close/>
                      <a:moveTo>
                        <a:pt x="20893" y="1791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99" name="Group 99"/>
                <p:cNvGrpSpPr/>
                <p:nvPr/>
              </p:nvGrpSpPr>
              <p:grpSpPr bwMode="auto">
                <a:xfrm>
                  <a:off x="3677" y="2399"/>
                  <a:ext cx="904" cy="979"/>
                  <a:chOff x="0" y="0"/>
                  <a:chExt cx="904" cy="979"/>
                </a:xfrm>
              </p:grpSpPr>
              <p:sp>
                <p:nvSpPr>
                  <p:cNvPr id="110" name="Freeform: Shape 110"/>
                  <p:cNvSpPr/>
                  <p:nvPr/>
                </p:nvSpPr>
                <p:spPr bwMode="auto">
                  <a:xfrm>
                    <a:off x="606" y="105"/>
                    <a:ext cx="198" cy="15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18790">
                        <a:moveTo>
                          <a:pt x="21600" y="18026"/>
                        </a:moveTo>
                        <a:cubicBezTo>
                          <a:pt x="21600" y="18026"/>
                          <a:pt x="21268" y="9650"/>
                          <a:pt x="14170" y="3669"/>
                        </a:cubicBezTo>
                        <a:cubicBezTo>
                          <a:pt x="6476" y="-2810"/>
                          <a:pt x="0" y="1265"/>
                          <a:pt x="0" y="1265"/>
                        </a:cubicBezTo>
                        <a:lnTo>
                          <a:pt x="1563" y="7388"/>
                        </a:lnTo>
                        <a:cubicBezTo>
                          <a:pt x="1563" y="7388"/>
                          <a:pt x="6661" y="5098"/>
                          <a:pt x="11396" y="9086"/>
                        </a:cubicBezTo>
                        <a:cubicBezTo>
                          <a:pt x="16126" y="13073"/>
                          <a:pt x="15668" y="18790"/>
                          <a:pt x="15668" y="18790"/>
                        </a:cubicBezTo>
                        <a:cubicBezTo>
                          <a:pt x="15668" y="18790"/>
                          <a:pt x="21600" y="18026"/>
                          <a:pt x="21600" y="18026"/>
                        </a:cubicBezTo>
                        <a:close/>
                        <a:moveTo>
                          <a:pt x="21600" y="18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1" name="Freeform: Shape 111"/>
                  <p:cNvSpPr/>
                  <p:nvPr/>
                </p:nvSpPr>
                <p:spPr bwMode="auto">
                  <a:xfrm>
                    <a:off x="566" y="0"/>
                    <a:ext cx="338" cy="262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687" h="19230">
                        <a:moveTo>
                          <a:pt x="13721" y="2487"/>
                        </a:moveTo>
                        <a:cubicBezTo>
                          <a:pt x="6062" y="-2370"/>
                          <a:pt x="0" y="1385"/>
                          <a:pt x="0" y="1385"/>
                        </a:cubicBezTo>
                        <a:lnTo>
                          <a:pt x="1146" y="5222"/>
                        </a:lnTo>
                        <a:cubicBezTo>
                          <a:pt x="1146" y="5222"/>
                          <a:pt x="7316" y="2931"/>
                          <a:pt x="12147" y="7175"/>
                        </a:cubicBezTo>
                        <a:cubicBezTo>
                          <a:pt x="16976" y="11418"/>
                          <a:pt x="17416" y="19230"/>
                          <a:pt x="17416" y="19230"/>
                        </a:cubicBezTo>
                        <a:lnTo>
                          <a:pt x="20651" y="18877"/>
                        </a:lnTo>
                        <a:cubicBezTo>
                          <a:pt x="20651" y="18877"/>
                          <a:pt x="21600" y="7484"/>
                          <a:pt x="13721" y="2487"/>
                        </a:cubicBezTo>
                        <a:close/>
                        <a:moveTo>
                          <a:pt x="13721" y="24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2" name="Freeform: Shape 112"/>
                  <p:cNvSpPr/>
                  <p:nvPr/>
                </p:nvSpPr>
                <p:spPr bwMode="auto">
                  <a:xfrm>
                    <a:off x="0" y="238"/>
                    <a:ext cx="853" cy="74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770" h="21474">
                        <a:moveTo>
                          <a:pt x="15255" y="18349"/>
                        </a:moveTo>
                        <a:lnTo>
                          <a:pt x="14325" y="17122"/>
                        </a:lnTo>
                        <a:lnTo>
                          <a:pt x="16450" y="17122"/>
                        </a:lnTo>
                        <a:lnTo>
                          <a:pt x="17286" y="18349"/>
                        </a:lnTo>
                        <a:cubicBezTo>
                          <a:pt x="17286" y="18349"/>
                          <a:pt x="15255" y="18349"/>
                          <a:pt x="15255" y="18349"/>
                        </a:cubicBezTo>
                        <a:close/>
                        <a:moveTo>
                          <a:pt x="12321" y="18349"/>
                        </a:moveTo>
                        <a:lnTo>
                          <a:pt x="11391" y="17122"/>
                        </a:lnTo>
                        <a:lnTo>
                          <a:pt x="13515" y="17122"/>
                        </a:lnTo>
                        <a:lnTo>
                          <a:pt x="14351" y="18349"/>
                        </a:lnTo>
                        <a:cubicBezTo>
                          <a:pt x="14351" y="18349"/>
                          <a:pt x="12321" y="18349"/>
                          <a:pt x="12321" y="18349"/>
                        </a:cubicBezTo>
                        <a:close/>
                        <a:moveTo>
                          <a:pt x="9389" y="18349"/>
                        </a:moveTo>
                        <a:lnTo>
                          <a:pt x="8457" y="17122"/>
                        </a:lnTo>
                        <a:lnTo>
                          <a:pt x="10584" y="17122"/>
                        </a:lnTo>
                        <a:lnTo>
                          <a:pt x="11419" y="18349"/>
                        </a:lnTo>
                        <a:cubicBezTo>
                          <a:pt x="11419" y="18349"/>
                          <a:pt x="9389" y="18349"/>
                          <a:pt x="9389" y="18349"/>
                        </a:cubicBezTo>
                        <a:close/>
                        <a:moveTo>
                          <a:pt x="6455" y="18349"/>
                        </a:moveTo>
                        <a:lnTo>
                          <a:pt x="5524" y="17122"/>
                        </a:lnTo>
                        <a:lnTo>
                          <a:pt x="7650" y="17122"/>
                        </a:lnTo>
                        <a:lnTo>
                          <a:pt x="8486" y="18349"/>
                        </a:lnTo>
                        <a:cubicBezTo>
                          <a:pt x="8486" y="18349"/>
                          <a:pt x="6455" y="18349"/>
                          <a:pt x="6455" y="18349"/>
                        </a:cubicBezTo>
                        <a:close/>
                        <a:moveTo>
                          <a:pt x="4052" y="14957"/>
                        </a:moveTo>
                        <a:lnTo>
                          <a:pt x="6179" y="14957"/>
                        </a:lnTo>
                        <a:lnTo>
                          <a:pt x="7014" y="16184"/>
                        </a:lnTo>
                        <a:lnTo>
                          <a:pt x="4985" y="16184"/>
                        </a:lnTo>
                        <a:cubicBezTo>
                          <a:pt x="4985" y="16184"/>
                          <a:pt x="4052" y="14957"/>
                          <a:pt x="4052" y="14957"/>
                        </a:cubicBezTo>
                        <a:close/>
                        <a:moveTo>
                          <a:pt x="2258" y="13026"/>
                        </a:moveTo>
                        <a:lnTo>
                          <a:pt x="2258" y="2348"/>
                        </a:lnTo>
                        <a:lnTo>
                          <a:pt x="14531" y="2348"/>
                        </a:lnTo>
                        <a:lnTo>
                          <a:pt x="14531" y="13026"/>
                        </a:lnTo>
                        <a:cubicBezTo>
                          <a:pt x="14531" y="13026"/>
                          <a:pt x="2258" y="13026"/>
                          <a:pt x="2258" y="13026"/>
                        </a:cubicBezTo>
                        <a:close/>
                        <a:moveTo>
                          <a:pt x="9947" y="16184"/>
                        </a:moveTo>
                        <a:lnTo>
                          <a:pt x="7917" y="16184"/>
                        </a:lnTo>
                        <a:lnTo>
                          <a:pt x="6986" y="14957"/>
                        </a:lnTo>
                        <a:lnTo>
                          <a:pt x="9112" y="14957"/>
                        </a:lnTo>
                        <a:cubicBezTo>
                          <a:pt x="9112" y="14957"/>
                          <a:pt x="9947" y="16184"/>
                          <a:pt x="9947" y="16184"/>
                        </a:cubicBezTo>
                        <a:close/>
                        <a:moveTo>
                          <a:pt x="9919" y="14957"/>
                        </a:moveTo>
                        <a:lnTo>
                          <a:pt x="12045" y="14957"/>
                        </a:lnTo>
                        <a:lnTo>
                          <a:pt x="12880" y="16184"/>
                        </a:lnTo>
                        <a:lnTo>
                          <a:pt x="10850" y="16184"/>
                        </a:lnTo>
                        <a:cubicBezTo>
                          <a:pt x="10850" y="16184"/>
                          <a:pt x="9919" y="14957"/>
                          <a:pt x="9919" y="14957"/>
                        </a:cubicBezTo>
                        <a:close/>
                        <a:moveTo>
                          <a:pt x="15814" y="16184"/>
                        </a:moveTo>
                        <a:lnTo>
                          <a:pt x="13782" y="16184"/>
                        </a:lnTo>
                        <a:lnTo>
                          <a:pt x="12852" y="14957"/>
                        </a:lnTo>
                        <a:lnTo>
                          <a:pt x="14978" y="14957"/>
                        </a:lnTo>
                        <a:cubicBezTo>
                          <a:pt x="14978" y="14957"/>
                          <a:pt x="15814" y="16184"/>
                          <a:pt x="15814" y="16184"/>
                        </a:cubicBezTo>
                        <a:close/>
                        <a:moveTo>
                          <a:pt x="16495" y="13026"/>
                        </a:moveTo>
                        <a:lnTo>
                          <a:pt x="16495" y="2113"/>
                        </a:lnTo>
                        <a:cubicBezTo>
                          <a:pt x="16495" y="2113"/>
                          <a:pt x="16855" y="1"/>
                          <a:pt x="14433" y="1"/>
                        </a:cubicBezTo>
                        <a:cubicBezTo>
                          <a:pt x="11586" y="1"/>
                          <a:pt x="1364" y="1"/>
                          <a:pt x="1364" y="1"/>
                        </a:cubicBezTo>
                        <a:cubicBezTo>
                          <a:pt x="1364" y="1"/>
                          <a:pt x="0" y="-126"/>
                          <a:pt x="0" y="1964"/>
                        </a:cubicBezTo>
                        <a:cubicBezTo>
                          <a:pt x="0" y="5133"/>
                          <a:pt x="0" y="13965"/>
                          <a:pt x="0" y="13965"/>
                        </a:cubicBezTo>
                        <a:lnTo>
                          <a:pt x="3829" y="21474"/>
                        </a:lnTo>
                        <a:lnTo>
                          <a:pt x="20325" y="21474"/>
                        </a:lnTo>
                        <a:cubicBezTo>
                          <a:pt x="20325" y="21474"/>
                          <a:pt x="21600" y="20065"/>
                          <a:pt x="19834" y="17602"/>
                        </a:cubicBezTo>
                        <a:cubicBezTo>
                          <a:pt x="18068" y="15138"/>
                          <a:pt x="16495" y="13026"/>
                          <a:pt x="16495" y="13026"/>
                        </a:cubicBezTo>
                        <a:close/>
                        <a:moveTo>
                          <a:pt x="16495" y="13026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3" name="Freeform: Shape 113"/>
                  <p:cNvSpPr/>
                  <p:nvPr/>
                </p:nvSpPr>
                <p:spPr bwMode="auto">
                  <a:xfrm>
                    <a:off x="250" y="410"/>
                    <a:ext cx="196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329" y="8962"/>
                        </a:moveTo>
                        <a:lnTo>
                          <a:pt x="0" y="18822"/>
                        </a:lnTo>
                        <a:lnTo>
                          <a:pt x="3053" y="21600"/>
                        </a:lnTo>
                        <a:lnTo>
                          <a:pt x="13417" y="11464"/>
                        </a:lnTo>
                        <a:lnTo>
                          <a:pt x="15965" y="17475"/>
                        </a:lnTo>
                        <a:lnTo>
                          <a:pt x="21600" y="0"/>
                        </a:lnTo>
                        <a:lnTo>
                          <a:pt x="4228" y="7618"/>
                        </a:lnTo>
                        <a:cubicBezTo>
                          <a:pt x="4228" y="7618"/>
                          <a:pt x="10329" y="8962"/>
                          <a:pt x="10329" y="8962"/>
                        </a:cubicBezTo>
                        <a:close/>
                        <a:moveTo>
                          <a:pt x="10329" y="896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100" name="Group 100"/>
                <p:cNvGrpSpPr/>
                <p:nvPr/>
              </p:nvGrpSpPr>
              <p:grpSpPr bwMode="auto">
                <a:xfrm>
                  <a:off x="4374" y="1587"/>
                  <a:ext cx="534" cy="499"/>
                  <a:chOff x="0" y="0"/>
                  <a:chExt cx="532" cy="498"/>
                </a:xfrm>
              </p:grpSpPr>
              <p:sp>
                <p:nvSpPr>
                  <p:cNvPr id="108" name="Freeform: Shape 108"/>
                  <p:cNvSpPr/>
                  <p:nvPr/>
                </p:nvSpPr>
                <p:spPr bwMode="auto">
                  <a:xfrm>
                    <a:off x="116" y="0"/>
                    <a:ext cx="296" cy="388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0802" y="21600"/>
                        </a:moveTo>
                        <a:lnTo>
                          <a:pt x="16202" y="14495"/>
                        </a:lnTo>
                        <a:lnTo>
                          <a:pt x="21600" y="7390"/>
                        </a:lnTo>
                        <a:lnTo>
                          <a:pt x="16289" y="7390"/>
                        </a:lnTo>
                        <a:lnTo>
                          <a:pt x="16289" y="538"/>
                        </a:lnTo>
                        <a:cubicBezTo>
                          <a:pt x="16289" y="240"/>
                          <a:pt x="15972" y="0"/>
                          <a:pt x="15582" y="0"/>
                        </a:cubicBezTo>
                        <a:lnTo>
                          <a:pt x="6020" y="0"/>
                        </a:lnTo>
                        <a:cubicBezTo>
                          <a:pt x="5631" y="0"/>
                          <a:pt x="5313" y="240"/>
                          <a:pt x="5313" y="538"/>
                        </a:cubicBezTo>
                        <a:lnTo>
                          <a:pt x="5313" y="7390"/>
                        </a:lnTo>
                        <a:lnTo>
                          <a:pt x="0" y="7390"/>
                        </a:lnTo>
                        <a:lnTo>
                          <a:pt x="5400" y="14495"/>
                        </a:lnTo>
                        <a:cubicBezTo>
                          <a:pt x="5400" y="14495"/>
                          <a:pt x="10802" y="21600"/>
                          <a:pt x="10802" y="21600"/>
                        </a:cubicBezTo>
                        <a:close/>
                        <a:moveTo>
                          <a:pt x="10802" y="2160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9" name="Freeform: Shape 109"/>
                  <p:cNvSpPr/>
                  <p:nvPr/>
                </p:nvSpPr>
                <p:spPr bwMode="auto">
                  <a:xfrm>
                    <a:off x="0" y="269"/>
                    <a:ext cx="532" cy="22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600" h="21600">
                        <a:moveTo>
                          <a:pt x="19964" y="0"/>
                        </a:moveTo>
                        <a:lnTo>
                          <a:pt x="19026" y="0"/>
                        </a:lnTo>
                        <a:lnTo>
                          <a:pt x="19026" y="13793"/>
                        </a:lnTo>
                        <a:lnTo>
                          <a:pt x="2789" y="13793"/>
                        </a:lnTo>
                        <a:lnTo>
                          <a:pt x="2789" y="0"/>
                        </a:lnTo>
                        <a:lnTo>
                          <a:pt x="1634" y="0"/>
                        </a:lnTo>
                        <a:cubicBezTo>
                          <a:pt x="731" y="0"/>
                          <a:pt x="0" y="1700"/>
                          <a:pt x="0" y="3799"/>
                        </a:cubicBezTo>
                        <a:lnTo>
                          <a:pt x="0" y="17804"/>
                        </a:lnTo>
                        <a:cubicBezTo>
                          <a:pt x="0" y="19900"/>
                          <a:pt x="731" y="21600"/>
                          <a:pt x="1634" y="21600"/>
                        </a:cubicBezTo>
                        <a:lnTo>
                          <a:pt x="19964" y="21600"/>
                        </a:lnTo>
                        <a:cubicBezTo>
                          <a:pt x="20868" y="21600"/>
                          <a:pt x="21600" y="19900"/>
                          <a:pt x="21600" y="17804"/>
                        </a:cubicBezTo>
                        <a:lnTo>
                          <a:pt x="21600" y="3799"/>
                        </a:lnTo>
                        <a:cubicBezTo>
                          <a:pt x="21600" y="1700"/>
                          <a:pt x="20868" y="0"/>
                          <a:pt x="19964" y="0"/>
                        </a:cubicBezTo>
                        <a:close/>
                        <a:moveTo>
                          <a:pt x="19964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101" name="Group 101"/>
                <p:cNvGrpSpPr/>
                <p:nvPr/>
              </p:nvGrpSpPr>
              <p:grpSpPr bwMode="auto">
                <a:xfrm>
                  <a:off x="5873" y="1941"/>
                  <a:ext cx="811" cy="1598"/>
                  <a:chOff x="0" y="0"/>
                  <a:chExt cx="811" cy="1598"/>
                </a:xfrm>
              </p:grpSpPr>
              <p:sp>
                <p:nvSpPr>
                  <p:cNvPr id="102" name="Freeform: Shape 102"/>
                  <p:cNvSpPr/>
                  <p:nvPr/>
                </p:nvSpPr>
                <p:spPr bwMode="auto">
                  <a:xfrm>
                    <a:off x="483" y="713"/>
                    <a:ext cx="207" cy="17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998" h="18917">
                        <a:moveTo>
                          <a:pt x="14761" y="4029"/>
                        </a:moveTo>
                        <a:cubicBezTo>
                          <a:pt x="7347" y="-2683"/>
                          <a:pt x="0" y="1017"/>
                          <a:pt x="0" y="1017"/>
                        </a:cubicBezTo>
                        <a:lnTo>
                          <a:pt x="956" y="7092"/>
                        </a:lnTo>
                        <a:cubicBezTo>
                          <a:pt x="956" y="7092"/>
                          <a:pt x="6632" y="5076"/>
                          <a:pt x="11195" y="9209"/>
                        </a:cubicBezTo>
                        <a:cubicBezTo>
                          <a:pt x="15749" y="13340"/>
                          <a:pt x="14591" y="18917"/>
                          <a:pt x="14591" y="18917"/>
                        </a:cubicBezTo>
                        <a:lnTo>
                          <a:pt x="20984" y="18447"/>
                        </a:lnTo>
                        <a:cubicBezTo>
                          <a:pt x="20984" y="18447"/>
                          <a:pt x="21600" y="10224"/>
                          <a:pt x="14761" y="4029"/>
                        </a:cubicBezTo>
                        <a:close/>
                        <a:moveTo>
                          <a:pt x="14761" y="4029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3" name="Freeform: Shape 103"/>
                  <p:cNvSpPr/>
                  <p:nvPr/>
                </p:nvSpPr>
                <p:spPr bwMode="auto">
                  <a:xfrm>
                    <a:off x="455" y="588"/>
                    <a:ext cx="356" cy="31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033" h="19276">
                        <a:moveTo>
                          <a:pt x="13985" y="3722"/>
                        </a:moveTo>
                        <a:cubicBezTo>
                          <a:pt x="7135" y="-2324"/>
                          <a:pt x="0" y="814"/>
                          <a:pt x="0" y="814"/>
                        </a:cubicBezTo>
                        <a:lnTo>
                          <a:pt x="783" y="4582"/>
                        </a:lnTo>
                        <a:cubicBezTo>
                          <a:pt x="783" y="4582"/>
                          <a:pt x="7511" y="2658"/>
                          <a:pt x="12115" y="7001"/>
                        </a:cubicBezTo>
                        <a:cubicBezTo>
                          <a:pt x="16714" y="11342"/>
                          <a:pt x="16316" y="18928"/>
                          <a:pt x="16316" y="18928"/>
                        </a:cubicBezTo>
                        <a:lnTo>
                          <a:pt x="19862" y="19276"/>
                        </a:lnTo>
                        <a:cubicBezTo>
                          <a:pt x="19862" y="19276"/>
                          <a:pt x="21600" y="10448"/>
                          <a:pt x="13985" y="3722"/>
                        </a:cubicBezTo>
                        <a:close/>
                        <a:moveTo>
                          <a:pt x="13985" y="37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Freeform: Shape 104"/>
                  <p:cNvSpPr/>
                  <p:nvPr/>
                </p:nvSpPr>
                <p:spPr bwMode="auto">
                  <a:xfrm>
                    <a:off x="0" y="782"/>
                    <a:ext cx="641" cy="637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497" h="17950">
                        <a:moveTo>
                          <a:pt x="13292" y="17012"/>
                        </a:moveTo>
                        <a:cubicBezTo>
                          <a:pt x="10000" y="16124"/>
                          <a:pt x="9873" y="14551"/>
                          <a:pt x="9873" y="14551"/>
                        </a:cubicBezTo>
                        <a:cubicBezTo>
                          <a:pt x="10304" y="14679"/>
                          <a:pt x="16313" y="18354"/>
                          <a:pt x="20322" y="14679"/>
                        </a:cubicBezTo>
                        <a:cubicBezTo>
                          <a:pt x="19484" y="16426"/>
                          <a:pt x="16584" y="17899"/>
                          <a:pt x="13292" y="17012"/>
                        </a:cubicBezTo>
                        <a:close/>
                        <a:moveTo>
                          <a:pt x="17488" y="7413"/>
                        </a:moveTo>
                        <a:cubicBezTo>
                          <a:pt x="17488" y="7413"/>
                          <a:pt x="20459" y="12149"/>
                          <a:pt x="17488" y="14079"/>
                        </a:cubicBezTo>
                        <a:cubicBezTo>
                          <a:pt x="14517" y="16008"/>
                          <a:pt x="6993" y="11272"/>
                          <a:pt x="5210" y="8114"/>
                        </a:cubicBezTo>
                        <a:cubicBezTo>
                          <a:pt x="3427" y="4958"/>
                          <a:pt x="2750" y="2742"/>
                          <a:pt x="4678" y="1785"/>
                        </a:cubicBezTo>
                        <a:cubicBezTo>
                          <a:pt x="6883" y="691"/>
                          <a:pt x="10235" y="1629"/>
                          <a:pt x="11546" y="2151"/>
                        </a:cubicBezTo>
                        <a:cubicBezTo>
                          <a:pt x="11546" y="2151"/>
                          <a:pt x="6001" y="-1340"/>
                          <a:pt x="2833" y="573"/>
                        </a:cubicBezTo>
                        <a:cubicBezTo>
                          <a:pt x="-707" y="2710"/>
                          <a:pt x="1050" y="7238"/>
                          <a:pt x="5210" y="11272"/>
                        </a:cubicBezTo>
                        <a:cubicBezTo>
                          <a:pt x="7586" y="13200"/>
                          <a:pt x="3055" y="13732"/>
                          <a:pt x="6" y="5406"/>
                        </a:cubicBezTo>
                        <a:cubicBezTo>
                          <a:pt x="-283" y="14130"/>
                          <a:pt x="10404" y="17186"/>
                          <a:pt x="10404" y="17186"/>
                        </a:cubicBezTo>
                        <a:cubicBezTo>
                          <a:pt x="10404" y="17186"/>
                          <a:pt x="19889" y="20260"/>
                          <a:pt x="20459" y="14079"/>
                        </a:cubicBezTo>
                        <a:cubicBezTo>
                          <a:pt x="20893" y="9366"/>
                          <a:pt x="17488" y="7413"/>
                          <a:pt x="17488" y="7413"/>
                        </a:cubicBezTo>
                        <a:close/>
                        <a:moveTo>
                          <a:pt x="17488" y="7413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5" name="Freeform: Shape 105"/>
                  <p:cNvSpPr/>
                  <p:nvPr/>
                </p:nvSpPr>
                <p:spPr bwMode="auto">
                  <a:xfrm>
                    <a:off x="27" y="1392"/>
                    <a:ext cx="473" cy="206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492" h="21600">
                        <a:moveTo>
                          <a:pt x="5816" y="0"/>
                        </a:moveTo>
                        <a:cubicBezTo>
                          <a:pt x="5816" y="0"/>
                          <a:pt x="4787" y="6465"/>
                          <a:pt x="2654" y="10541"/>
                        </a:cubicBezTo>
                        <a:cubicBezTo>
                          <a:pt x="518" y="14617"/>
                          <a:pt x="-108" y="14904"/>
                          <a:pt x="15" y="16071"/>
                        </a:cubicBezTo>
                        <a:cubicBezTo>
                          <a:pt x="143" y="17234"/>
                          <a:pt x="267" y="21600"/>
                          <a:pt x="267" y="21600"/>
                        </a:cubicBezTo>
                        <a:lnTo>
                          <a:pt x="21492" y="21600"/>
                        </a:lnTo>
                        <a:lnTo>
                          <a:pt x="20359" y="12581"/>
                        </a:lnTo>
                        <a:cubicBezTo>
                          <a:pt x="20359" y="12581"/>
                          <a:pt x="10838" y="12805"/>
                          <a:pt x="5816" y="0"/>
                        </a:cubicBezTo>
                        <a:close/>
                        <a:moveTo>
                          <a:pt x="5816" y="0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Freeform: Shape 106"/>
                  <p:cNvSpPr/>
                  <p:nvPr/>
                </p:nvSpPr>
                <p:spPr bwMode="auto">
                  <a:xfrm>
                    <a:off x="221" y="851"/>
                    <a:ext cx="330" cy="349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0529" h="19892">
                        <a:moveTo>
                          <a:pt x="0" y="7687"/>
                        </a:moveTo>
                        <a:lnTo>
                          <a:pt x="577" y="9930"/>
                        </a:lnTo>
                        <a:lnTo>
                          <a:pt x="13275" y="7363"/>
                        </a:lnTo>
                        <a:cubicBezTo>
                          <a:pt x="13275" y="7363"/>
                          <a:pt x="11193" y="13697"/>
                          <a:pt x="10785" y="19165"/>
                        </a:cubicBezTo>
                        <a:cubicBezTo>
                          <a:pt x="10785" y="19165"/>
                          <a:pt x="13030" y="20029"/>
                          <a:pt x="13030" y="19873"/>
                        </a:cubicBezTo>
                        <a:cubicBezTo>
                          <a:pt x="13030" y="19397"/>
                          <a:pt x="15903" y="7607"/>
                          <a:pt x="15903" y="7607"/>
                        </a:cubicBezTo>
                        <a:cubicBezTo>
                          <a:pt x="15903" y="7607"/>
                          <a:pt x="18126" y="8029"/>
                          <a:pt x="19326" y="6531"/>
                        </a:cubicBezTo>
                        <a:cubicBezTo>
                          <a:pt x="20381" y="5215"/>
                          <a:pt x="21600" y="3335"/>
                          <a:pt x="18856" y="724"/>
                        </a:cubicBezTo>
                        <a:cubicBezTo>
                          <a:pt x="18856" y="724"/>
                          <a:pt x="14463" y="-1571"/>
                          <a:pt x="12623" y="2011"/>
                        </a:cubicBezTo>
                        <a:cubicBezTo>
                          <a:pt x="10909" y="4208"/>
                          <a:pt x="11808" y="5404"/>
                          <a:pt x="11808" y="5404"/>
                        </a:cubicBezTo>
                        <a:cubicBezTo>
                          <a:pt x="11808" y="5404"/>
                          <a:pt x="0" y="7687"/>
                          <a:pt x="0" y="7687"/>
                        </a:cubicBezTo>
                        <a:close/>
                        <a:moveTo>
                          <a:pt x="0" y="7687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7" name="Freeform: Shape 107"/>
                  <p:cNvSpPr/>
                  <p:nvPr/>
                </p:nvSpPr>
                <p:spPr bwMode="auto">
                  <a:xfrm>
                    <a:off x="49" y="0"/>
                    <a:ext cx="439" cy="491"/>
                  </a:xfrm>
                  <a:custGeom>
                    <a:avLst/>
                    <a:gdLst/>
                    <a:ahLst/>
                    <a:cxnLst/>
                    <a:rect l="0" t="0" r="r" b="b"/>
                    <a:pathLst>
                      <a:path w="21399" h="21364">
                        <a:moveTo>
                          <a:pt x="21260" y="4222"/>
                        </a:moveTo>
                        <a:cubicBezTo>
                          <a:pt x="21260" y="4222"/>
                          <a:pt x="18075" y="682"/>
                          <a:pt x="15617" y="79"/>
                        </a:cubicBezTo>
                        <a:cubicBezTo>
                          <a:pt x="15617" y="79"/>
                          <a:pt x="15019" y="-236"/>
                          <a:pt x="14955" y="395"/>
                        </a:cubicBezTo>
                        <a:cubicBezTo>
                          <a:pt x="14955" y="395"/>
                          <a:pt x="14761" y="1914"/>
                          <a:pt x="14761" y="2258"/>
                        </a:cubicBezTo>
                        <a:cubicBezTo>
                          <a:pt x="14761" y="2258"/>
                          <a:pt x="14923" y="2373"/>
                          <a:pt x="14502" y="2774"/>
                        </a:cubicBezTo>
                        <a:cubicBezTo>
                          <a:pt x="14081" y="3176"/>
                          <a:pt x="8909" y="8365"/>
                          <a:pt x="8909" y="8365"/>
                        </a:cubicBezTo>
                        <a:cubicBezTo>
                          <a:pt x="8909" y="8365"/>
                          <a:pt x="8552" y="8594"/>
                          <a:pt x="8278" y="8623"/>
                        </a:cubicBezTo>
                        <a:cubicBezTo>
                          <a:pt x="8278" y="8623"/>
                          <a:pt x="5514" y="8150"/>
                          <a:pt x="4399" y="9496"/>
                        </a:cubicBezTo>
                        <a:cubicBezTo>
                          <a:pt x="4399" y="9496"/>
                          <a:pt x="4238" y="9625"/>
                          <a:pt x="4558" y="9970"/>
                        </a:cubicBezTo>
                        <a:lnTo>
                          <a:pt x="7323" y="12615"/>
                        </a:lnTo>
                        <a:lnTo>
                          <a:pt x="0" y="21364"/>
                        </a:lnTo>
                        <a:lnTo>
                          <a:pt x="8503" y="13481"/>
                        </a:lnTo>
                        <a:lnTo>
                          <a:pt x="11365" y="15458"/>
                        </a:lnTo>
                        <a:cubicBezTo>
                          <a:pt x="11365" y="15458"/>
                          <a:pt x="12030" y="15658"/>
                          <a:pt x="12255" y="15416"/>
                        </a:cubicBezTo>
                        <a:cubicBezTo>
                          <a:pt x="12481" y="15172"/>
                          <a:pt x="13257" y="13981"/>
                          <a:pt x="12676" y="12077"/>
                        </a:cubicBezTo>
                        <a:cubicBezTo>
                          <a:pt x="12676" y="12077"/>
                          <a:pt x="12594" y="11776"/>
                          <a:pt x="12804" y="11459"/>
                        </a:cubicBezTo>
                        <a:cubicBezTo>
                          <a:pt x="13014" y="11144"/>
                          <a:pt x="18171" y="5798"/>
                          <a:pt x="18171" y="5798"/>
                        </a:cubicBezTo>
                        <a:cubicBezTo>
                          <a:pt x="18171" y="5798"/>
                          <a:pt x="18382" y="5613"/>
                          <a:pt x="18641" y="5683"/>
                        </a:cubicBezTo>
                        <a:cubicBezTo>
                          <a:pt x="18641" y="5683"/>
                          <a:pt x="20854" y="5352"/>
                          <a:pt x="21210" y="4794"/>
                        </a:cubicBezTo>
                        <a:cubicBezTo>
                          <a:pt x="21210" y="4794"/>
                          <a:pt x="21600" y="4623"/>
                          <a:pt x="21260" y="4222"/>
                        </a:cubicBezTo>
                        <a:close/>
                        <a:moveTo>
                          <a:pt x="21260" y="4222"/>
                        </a:moveTo>
                      </a:path>
                    </a:pathLst>
                  </a:custGeom>
                  <a:solidFill>
                    <a:srgbClr val="FFFEFE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88" name="Group 88"/>
              <p:cNvGrpSpPr/>
              <p:nvPr/>
            </p:nvGrpSpPr>
            <p:grpSpPr bwMode="auto">
              <a:xfrm>
                <a:off x="395" y="2402"/>
                <a:ext cx="641" cy="753"/>
                <a:chOff x="0" y="0"/>
                <a:chExt cx="640" cy="753"/>
              </a:xfrm>
            </p:grpSpPr>
            <p:sp>
              <p:nvSpPr>
                <p:cNvPr id="90" name="Freeform: Shape 90"/>
                <p:cNvSpPr/>
                <p:nvPr/>
              </p:nvSpPr>
              <p:spPr bwMode="auto">
                <a:xfrm>
                  <a:off x="135" y="0"/>
                  <a:ext cx="505" cy="75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3090" y="2505"/>
                      </a:moveTo>
                      <a:lnTo>
                        <a:pt x="18791" y="2505"/>
                      </a:lnTo>
                      <a:lnTo>
                        <a:pt x="18791" y="17720"/>
                      </a:lnTo>
                      <a:lnTo>
                        <a:pt x="3090" y="17720"/>
                      </a:lnTo>
                      <a:cubicBezTo>
                        <a:pt x="3090" y="17720"/>
                        <a:pt x="3090" y="2505"/>
                        <a:pt x="3090" y="2505"/>
                      </a:cubicBezTo>
                      <a:close/>
                      <a:moveTo>
                        <a:pt x="9407" y="19890"/>
                      </a:moveTo>
                      <a:cubicBezTo>
                        <a:pt x="9407" y="19374"/>
                        <a:pt x="10031" y="18955"/>
                        <a:pt x="10801" y="18955"/>
                      </a:cubicBezTo>
                      <a:cubicBezTo>
                        <a:pt x="11571" y="18955"/>
                        <a:pt x="12193" y="19374"/>
                        <a:pt x="12193" y="19890"/>
                      </a:cubicBezTo>
                      <a:cubicBezTo>
                        <a:pt x="12193" y="20406"/>
                        <a:pt x="11571" y="20825"/>
                        <a:pt x="10801" y="20825"/>
                      </a:cubicBezTo>
                      <a:cubicBezTo>
                        <a:pt x="10031" y="20825"/>
                        <a:pt x="9407" y="20406"/>
                        <a:pt x="9407" y="19890"/>
                      </a:cubicBezTo>
                      <a:close/>
                      <a:moveTo>
                        <a:pt x="0" y="2345"/>
                      </a:moveTo>
                      <a:lnTo>
                        <a:pt x="0" y="19255"/>
                      </a:lnTo>
                      <a:cubicBezTo>
                        <a:pt x="0" y="20551"/>
                        <a:pt x="1565" y="21600"/>
                        <a:pt x="3495" y="21600"/>
                      </a:cubicBezTo>
                      <a:lnTo>
                        <a:pt x="18107" y="21600"/>
                      </a:lnTo>
                      <a:cubicBezTo>
                        <a:pt x="20038" y="21600"/>
                        <a:pt x="21600" y="20551"/>
                        <a:pt x="21600" y="19255"/>
                      </a:cubicBezTo>
                      <a:lnTo>
                        <a:pt x="21600" y="2345"/>
                      </a:lnTo>
                      <a:cubicBezTo>
                        <a:pt x="21600" y="1049"/>
                        <a:pt x="20038" y="0"/>
                        <a:pt x="18107" y="0"/>
                      </a:cubicBezTo>
                      <a:lnTo>
                        <a:pt x="3495" y="0"/>
                      </a:lnTo>
                      <a:cubicBezTo>
                        <a:pt x="1565" y="0"/>
                        <a:pt x="0" y="1049"/>
                        <a:pt x="0" y="2345"/>
                      </a:cubicBezTo>
                      <a:close/>
                      <a:moveTo>
                        <a:pt x="0" y="2345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1" name="Freeform: Shape 91"/>
                <p:cNvSpPr/>
                <p:nvPr/>
              </p:nvSpPr>
              <p:spPr bwMode="auto">
                <a:xfrm>
                  <a:off x="0" y="75"/>
                  <a:ext cx="60" cy="59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10804" y="21091"/>
                      </a:moveTo>
                      <a:cubicBezTo>
                        <a:pt x="8877" y="21091"/>
                        <a:pt x="7313" y="20932"/>
                        <a:pt x="7313" y="20738"/>
                      </a:cubicBezTo>
                      <a:lnTo>
                        <a:pt x="7313" y="20170"/>
                      </a:lnTo>
                      <a:cubicBezTo>
                        <a:pt x="8416" y="20209"/>
                        <a:pt x="9576" y="20234"/>
                        <a:pt x="10804" y="20234"/>
                      </a:cubicBezTo>
                      <a:cubicBezTo>
                        <a:pt x="12027" y="20234"/>
                        <a:pt x="13187" y="20209"/>
                        <a:pt x="14287" y="20170"/>
                      </a:cubicBezTo>
                      <a:lnTo>
                        <a:pt x="14287" y="20738"/>
                      </a:lnTo>
                      <a:cubicBezTo>
                        <a:pt x="14287" y="20932"/>
                        <a:pt x="12723" y="21091"/>
                        <a:pt x="10804" y="21091"/>
                      </a:cubicBezTo>
                      <a:close/>
                      <a:moveTo>
                        <a:pt x="8858" y="127"/>
                      </a:moveTo>
                      <a:lnTo>
                        <a:pt x="8858" y="567"/>
                      </a:lnTo>
                      <a:cubicBezTo>
                        <a:pt x="6504" y="649"/>
                        <a:pt x="4802" y="874"/>
                        <a:pt x="4802" y="1140"/>
                      </a:cubicBezTo>
                      <a:lnTo>
                        <a:pt x="4802" y="1530"/>
                      </a:lnTo>
                      <a:cubicBezTo>
                        <a:pt x="1909" y="1729"/>
                        <a:pt x="0" y="2068"/>
                        <a:pt x="0" y="2452"/>
                      </a:cubicBezTo>
                      <a:lnTo>
                        <a:pt x="0" y="19124"/>
                      </a:lnTo>
                      <a:cubicBezTo>
                        <a:pt x="0" y="19381"/>
                        <a:pt x="890" y="19615"/>
                        <a:pt x="2320" y="19804"/>
                      </a:cubicBezTo>
                      <a:cubicBezTo>
                        <a:pt x="2315" y="19814"/>
                        <a:pt x="2289" y="19824"/>
                        <a:pt x="2289" y="19835"/>
                      </a:cubicBezTo>
                      <a:lnTo>
                        <a:pt x="2289" y="20738"/>
                      </a:lnTo>
                      <a:cubicBezTo>
                        <a:pt x="2289" y="21213"/>
                        <a:pt x="6106" y="21600"/>
                        <a:pt x="10804" y="21600"/>
                      </a:cubicBezTo>
                      <a:cubicBezTo>
                        <a:pt x="15496" y="21600"/>
                        <a:pt x="19311" y="21213"/>
                        <a:pt x="19311" y="20738"/>
                      </a:cubicBezTo>
                      <a:lnTo>
                        <a:pt x="19311" y="19835"/>
                      </a:lnTo>
                      <a:cubicBezTo>
                        <a:pt x="19311" y="19824"/>
                        <a:pt x="19288" y="19814"/>
                        <a:pt x="19283" y="19804"/>
                      </a:cubicBezTo>
                      <a:cubicBezTo>
                        <a:pt x="20712" y="19615"/>
                        <a:pt x="21600" y="19381"/>
                        <a:pt x="21600" y="19124"/>
                      </a:cubicBezTo>
                      <a:lnTo>
                        <a:pt x="21600" y="2452"/>
                      </a:lnTo>
                      <a:cubicBezTo>
                        <a:pt x="21600" y="2068"/>
                        <a:pt x="19691" y="1729"/>
                        <a:pt x="16795" y="1530"/>
                      </a:cubicBezTo>
                      <a:lnTo>
                        <a:pt x="16795" y="1140"/>
                      </a:lnTo>
                      <a:cubicBezTo>
                        <a:pt x="16795" y="824"/>
                        <a:pt x="14415" y="568"/>
                        <a:pt x="11372" y="538"/>
                      </a:cubicBezTo>
                      <a:lnTo>
                        <a:pt x="11372" y="127"/>
                      </a:lnTo>
                      <a:cubicBezTo>
                        <a:pt x="11372" y="57"/>
                        <a:pt x="10812" y="0"/>
                        <a:pt x="10115" y="0"/>
                      </a:cubicBezTo>
                      <a:cubicBezTo>
                        <a:pt x="9421" y="0"/>
                        <a:pt x="8858" y="57"/>
                        <a:pt x="8858" y="127"/>
                      </a:cubicBezTo>
                      <a:close/>
                      <a:moveTo>
                        <a:pt x="8858" y="127"/>
                      </a:moveTo>
                    </a:path>
                  </a:pathLst>
                </a:custGeom>
                <a:solidFill>
                  <a:srgbClr val="FFFEFE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89" name="Freeform: Shape 89"/>
              <p:cNvSpPr/>
              <p:nvPr/>
            </p:nvSpPr>
            <p:spPr bwMode="auto">
              <a:xfrm>
                <a:off x="1244" y="2087"/>
                <a:ext cx="501" cy="562"/>
              </a:xfrm>
              <a:custGeom>
                <a:avLst/>
                <a:gdLst/>
                <a:ahLst/>
                <a:cxnLst/>
                <a:rect l="0" t="0" r="r" b="b"/>
                <a:pathLst>
                  <a:path w="21399" h="21364">
                    <a:moveTo>
                      <a:pt x="21260" y="4222"/>
                    </a:moveTo>
                    <a:cubicBezTo>
                      <a:pt x="21260" y="4222"/>
                      <a:pt x="18075" y="682"/>
                      <a:pt x="15617" y="79"/>
                    </a:cubicBezTo>
                    <a:cubicBezTo>
                      <a:pt x="15617" y="79"/>
                      <a:pt x="15019" y="-236"/>
                      <a:pt x="14955" y="395"/>
                    </a:cubicBezTo>
                    <a:cubicBezTo>
                      <a:pt x="14955" y="395"/>
                      <a:pt x="14761" y="1914"/>
                      <a:pt x="14761" y="2258"/>
                    </a:cubicBezTo>
                    <a:cubicBezTo>
                      <a:pt x="14761" y="2258"/>
                      <a:pt x="14924" y="2373"/>
                      <a:pt x="14502" y="2774"/>
                    </a:cubicBezTo>
                    <a:cubicBezTo>
                      <a:pt x="14081" y="3176"/>
                      <a:pt x="8909" y="8365"/>
                      <a:pt x="8909" y="8365"/>
                    </a:cubicBezTo>
                    <a:cubicBezTo>
                      <a:pt x="8909" y="8365"/>
                      <a:pt x="8552" y="8594"/>
                      <a:pt x="8278" y="8623"/>
                    </a:cubicBezTo>
                    <a:cubicBezTo>
                      <a:pt x="8278" y="8623"/>
                      <a:pt x="5514" y="8150"/>
                      <a:pt x="4399" y="9496"/>
                    </a:cubicBezTo>
                    <a:cubicBezTo>
                      <a:pt x="4399" y="9496"/>
                      <a:pt x="4238" y="9625"/>
                      <a:pt x="4558" y="9970"/>
                    </a:cubicBezTo>
                    <a:lnTo>
                      <a:pt x="7323" y="12615"/>
                    </a:lnTo>
                    <a:lnTo>
                      <a:pt x="0" y="21364"/>
                    </a:lnTo>
                    <a:lnTo>
                      <a:pt x="8503" y="13481"/>
                    </a:lnTo>
                    <a:lnTo>
                      <a:pt x="11365" y="15458"/>
                    </a:lnTo>
                    <a:cubicBezTo>
                      <a:pt x="11365" y="15458"/>
                      <a:pt x="12030" y="15658"/>
                      <a:pt x="12255" y="15416"/>
                    </a:cubicBezTo>
                    <a:cubicBezTo>
                      <a:pt x="12481" y="15172"/>
                      <a:pt x="13257" y="13981"/>
                      <a:pt x="12676" y="12077"/>
                    </a:cubicBezTo>
                    <a:cubicBezTo>
                      <a:pt x="12676" y="12077"/>
                      <a:pt x="12594" y="11776"/>
                      <a:pt x="12804" y="11459"/>
                    </a:cubicBezTo>
                    <a:cubicBezTo>
                      <a:pt x="13014" y="11144"/>
                      <a:pt x="18171" y="5798"/>
                      <a:pt x="18171" y="5798"/>
                    </a:cubicBezTo>
                    <a:cubicBezTo>
                      <a:pt x="18171" y="5798"/>
                      <a:pt x="18382" y="5613"/>
                      <a:pt x="18641" y="5683"/>
                    </a:cubicBezTo>
                    <a:cubicBezTo>
                      <a:pt x="18641" y="5683"/>
                      <a:pt x="20854" y="5352"/>
                      <a:pt x="21210" y="4794"/>
                    </a:cubicBezTo>
                    <a:cubicBezTo>
                      <a:pt x="21210" y="4794"/>
                      <a:pt x="21600" y="4623"/>
                      <a:pt x="21260" y="4222"/>
                    </a:cubicBezTo>
                    <a:close/>
                    <a:moveTo>
                      <a:pt x="21260" y="4222"/>
                    </a:moveTo>
                  </a:path>
                </a:pathLst>
              </a:custGeom>
              <a:solidFill>
                <a:srgbClr val="FFFEFE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1" name="Freeform: Shape 129"/>
            <p:cNvSpPr/>
            <p:nvPr/>
          </p:nvSpPr>
          <p:spPr bwMode="auto">
            <a:xfrm>
              <a:off x="1771650" y="3663950"/>
              <a:ext cx="1066800" cy="5969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2" name="Freeform: Shape 130"/>
            <p:cNvSpPr/>
            <p:nvPr/>
          </p:nvSpPr>
          <p:spPr bwMode="auto">
            <a:xfrm flipH="1">
              <a:off x="8870950" y="3663950"/>
              <a:ext cx="1416050" cy="7937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3" name="Freeform: Shape 131"/>
            <p:cNvSpPr/>
            <p:nvPr/>
          </p:nvSpPr>
          <p:spPr bwMode="auto">
            <a:xfrm flipH="1">
              <a:off x="9448800" y="300355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4" name="Freeform: Shape 132"/>
            <p:cNvSpPr/>
            <p:nvPr/>
          </p:nvSpPr>
          <p:spPr bwMode="auto">
            <a:xfrm flipH="1">
              <a:off x="2755900" y="1981200"/>
              <a:ext cx="711200" cy="4000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2" y="17656"/>
                    <a:pt x="20962" y="14207"/>
                  </a:cubicBezTo>
                  <a:cubicBezTo>
                    <a:pt x="20962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6" y="7625"/>
                    <a:pt x="16616" y="7461"/>
                  </a:cubicBezTo>
                  <a:cubicBezTo>
                    <a:pt x="16616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5" name="Freeform: Shape 133"/>
            <p:cNvSpPr/>
            <p:nvPr/>
          </p:nvSpPr>
          <p:spPr bwMode="auto">
            <a:xfrm>
              <a:off x="8147050" y="1670050"/>
              <a:ext cx="558800" cy="3111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434" y="10484"/>
                  </a:moveTo>
                  <a:cubicBezTo>
                    <a:pt x="1893" y="10484"/>
                    <a:pt x="639" y="12721"/>
                    <a:pt x="639" y="15471"/>
                  </a:cubicBezTo>
                  <a:cubicBezTo>
                    <a:pt x="639" y="18223"/>
                    <a:pt x="1893" y="20461"/>
                    <a:pt x="3434" y="20461"/>
                  </a:cubicBezTo>
                  <a:lnTo>
                    <a:pt x="17456" y="20461"/>
                  </a:lnTo>
                  <a:cubicBezTo>
                    <a:pt x="19389" y="20461"/>
                    <a:pt x="20961" y="17656"/>
                    <a:pt x="20961" y="14207"/>
                  </a:cubicBezTo>
                  <a:cubicBezTo>
                    <a:pt x="20961" y="10762"/>
                    <a:pt x="19389" y="7960"/>
                    <a:pt x="17456" y="7960"/>
                  </a:cubicBezTo>
                  <a:cubicBezTo>
                    <a:pt x="17314" y="7960"/>
                    <a:pt x="17162" y="7980"/>
                    <a:pt x="16978" y="8025"/>
                  </a:cubicBezTo>
                  <a:cubicBezTo>
                    <a:pt x="16886" y="8047"/>
                    <a:pt x="16794" y="7997"/>
                    <a:pt x="16725" y="7889"/>
                  </a:cubicBezTo>
                  <a:cubicBezTo>
                    <a:pt x="16655" y="7781"/>
                    <a:pt x="16615" y="7625"/>
                    <a:pt x="16615" y="7461"/>
                  </a:cubicBezTo>
                  <a:cubicBezTo>
                    <a:pt x="16615" y="7423"/>
                    <a:pt x="16617" y="7392"/>
                    <a:pt x="16618" y="7372"/>
                  </a:cubicBezTo>
                  <a:cubicBezTo>
                    <a:pt x="16613" y="3933"/>
                    <a:pt x="15042" y="1139"/>
                    <a:pt x="13113" y="1139"/>
                  </a:cubicBezTo>
                  <a:cubicBezTo>
                    <a:pt x="11481" y="1139"/>
                    <a:pt x="10042" y="3203"/>
                    <a:pt x="9691" y="6047"/>
                  </a:cubicBezTo>
                  <a:cubicBezTo>
                    <a:pt x="9667" y="6237"/>
                    <a:pt x="9591" y="6393"/>
                    <a:pt x="9489" y="6460"/>
                  </a:cubicBezTo>
                  <a:cubicBezTo>
                    <a:pt x="9386" y="6526"/>
                    <a:pt x="9272" y="6495"/>
                    <a:pt x="9185" y="6377"/>
                  </a:cubicBezTo>
                  <a:cubicBezTo>
                    <a:pt x="8694" y="5708"/>
                    <a:pt x="8110" y="5355"/>
                    <a:pt x="7496" y="5355"/>
                  </a:cubicBezTo>
                  <a:cubicBezTo>
                    <a:pt x="5975" y="5355"/>
                    <a:pt x="4748" y="7481"/>
                    <a:pt x="4703" y="10197"/>
                  </a:cubicBezTo>
                  <a:cubicBezTo>
                    <a:pt x="4700" y="10375"/>
                    <a:pt x="4650" y="10541"/>
                    <a:pt x="4568" y="10645"/>
                  </a:cubicBezTo>
                  <a:cubicBezTo>
                    <a:pt x="4486" y="10748"/>
                    <a:pt x="4382" y="10776"/>
                    <a:pt x="4286" y="10722"/>
                  </a:cubicBezTo>
                  <a:cubicBezTo>
                    <a:pt x="4010" y="10564"/>
                    <a:pt x="3723" y="10484"/>
                    <a:pt x="3434" y="10484"/>
                  </a:cubicBezTo>
                  <a:close/>
                  <a:moveTo>
                    <a:pt x="17456" y="21600"/>
                  </a:moveTo>
                  <a:lnTo>
                    <a:pt x="3434" y="21600"/>
                  </a:lnTo>
                  <a:cubicBezTo>
                    <a:pt x="1540" y="21600"/>
                    <a:pt x="0" y="18851"/>
                    <a:pt x="0" y="15471"/>
                  </a:cubicBezTo>
                  <a:cubicBezTo>
                    <a:pt x="0" y="12093"/>
                    <a:pt x="1540" y="9345"/>
                    <a:pt x="3434" y="9345"/>
                  </a:cubicBezTo>
                  <a:cubicBezTo>
                    <a:pt x="3658" y="9345"/>
                    <a:pt x="3880" y="9384"/>
                    <a:pt x="4099" y="9461"/>
                  </a:cubicBezTo>
                  <a:cubicBezTo>
                    <a:pt x="4206" y="8130"/>
                    <a:pt x="4555" y="6903"/>
                    <a:pt x="5102" y="5952"/>
                  </a:cubicBezTo>
                  <a:cubicBezTo>
                    <a:pt x="5745" y="4832"/>
                    <a:pt x="6596" y="4216"/>
                    <a:pt x="7496" y="4216"/>
                  </a:cubicBezTo>
                  <a:cubicBezTo>
                    <a:pt x="8097" y="4216"/>
                    <a:pt x="8675" y="4491"/>
                    <a:pt x="9190" y="5018"/>
                  </a:cubicBezTo>
                  <a:cubicBezTo>
                    <a:pt x="9440" y="3711"/>
                    <a:pt x="9894" y="2538"/>
                    <a:pt x="10499" y="1658"/>
                  </a:cubicBezTo>
                  <a:cubicBezTo>
                    <a:pt x="11235" y="589"/>
                    <a:pt x="12163" y="0"/>
                    <a:pt x="13113" y="0"/>
                  </a:cubicBezTo>
                  <a:cubicBezTo>
                    <a:pt x="15293" y="0"/>
                    <a:pt x="17085" y="3017"/>
                    <a:pt x="17245" y="6833"/>
                  </a:cubicBezTo>
                  <a:cubicBezTo>
                    <a:pt x="17318" y="6825"/>
                    <a:pt x="17388" y="6821"/>
                    <a:pt x="17456" y="6821"/>
                  </a:cubicBezTo>
                  <a:cubicBezTo>
                    <a:pt x="19741" y="6821"/>
                    <a:pt x="21600" y="10135"/>
                    <a:pt x="21600" y="14207"/>
                  </a:cubicBezTo>
                  <a:cubicBezTo>
                    <a:pt x="21600" y="18284"/>
                    <a:pt x="19741" y="21600"/>
                    <a:pt x="17456" y="21600"/>
                  </a:cubicBezTo>
                  <a:close/>
                  <a:moveTo>
                    <a:pt x="17456" y="21600"/>
                  </a:moveTo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6428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模块一、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数据库系统概述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4868" y="843558"/>
            <a:ext cx="3351028" cy="461665"/>
          </a:xfrm>
          <a:prstGeom prst="rect">
            <a:avLst/>
          </a:prstGeom>
          <a:ln>
            <a:solidFill>
              <a:srgbClr val="0066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一、知识结构、知识点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7584" y="2283718"/>
            <a:ext cx="72007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75596" y="1563638"/>
            <a:ext cx="173230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75595" y="1995686"/>
            <a:ext cx="173033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93570" y="2427605"/>
            <a:ext cx="20377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数据库管理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75596" y="2788935"/>
            <a:ext cx="17303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cxnSp>
        <p:nvCxnSpPr>
          <p:cNvPr id="9" name="直接连接符 8"/>
          <p:cNvCxnSpPr>
            <a:stCxn id="3" idx="3"/>
            <a:endCxn id="12" idx="1"/>
          </p:cNvCxnSpPr>
          <p:nvPr/>
        </p:nvCxnSpPr>
        <p:spPr>
          <a:xfrm flipV="1">
            <a:off x="1547663" y="1763048"/>
            <a:ext cx="427990" cy="874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3" idx="3"/>
            <a:endCxn id="4" idx="1"/>
          </p:cNvCxnSpPr>
          <p:nvPr/>
        </p:nvCxnSpPr>
        <p:spPr>
          <a:xfrm flipV="1">
            <a:off x="1547663" y="2195483"/>
            <a:ext cx="427990" cy="4419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3" idx="3"/>
            <a:endCxn id="5" idx="1"/>
          </p:cNvCxnSpPr>
          <p:nvPr/>
        </p:nvCxnSpPr>
        <p:spPr>
          <a:xfrm flipV="1">
            <a:off x="1547663" y="2627283"/>
            <a:ext cx="346075" cy="10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3" idx="3"/>
            <a:endCxn id="6" idx="1"/>
          </p:cNvCxnSpPr>
          <p:nvPr/>
        </p:nvCxnSpPr>
        <p:spPr>
          <a:xfrm>
            <a:off x="1547663" y="2637443"/>
            <a:ext cx="427990" cy="3511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5415915" y="71056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和语义相关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15915" y="1363980"/>
            <a:ext cx="17487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有型和值之分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>
            <a:stCxn id="145" idx="3"/>
            <a:endCxn id="31" idx="1"/>
          </p:cNvCxnSpPr>
          <p:nvPr/>
        </p:nvCxnSpPr>
        <p:spPr>
          <a:xfrm flipV="1">
            <a:off x="5004048" y="910258"/>
            <a:ext cx="412115" cy="4927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45" idx="3"/>
          </p:cNvCxnSpPr>
          <p:nvPr/>
        </p:nvCxnSpPr>
        <p:spPr>
          <a:xfrm>
            <a:off x="5004048" y="1403018"/>
            <a:ext cx="360045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5724128" y="1995557"/>
            <a:ext cx="129181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675630" y="2533015"/>
            <a:ext cx="33324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实际应用对数据操作的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2" name="直接连接符 61"/>
          <p:cNvCxnSpPr>
            <a:stCxn id="146" idx="3"/>
            <a:endCxn id="58" idx="1"/>
          </p:cNvCxnSpPr>
          <p:nvPr/>
        </p:nvCxnSpPr>
        <p:spPr>
          <a:xfrm>
            <a:off x="5363877" y="2194960"/>
            <a:ext cx="3600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146" idx="3"/>
            <a:endCxn id="60" idx="1"/>
          </p:cNvCxnSpPr>
          <p:nvPr/>
        </p:nvCxnSpPr>
        <p:spPr>
          <a:xfrm>
            <a:off x="5363877" y="2194960"/>
            <a:ext cx="311785" cy="537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827584" y="3137527"/>
            <a:ext cx="72007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31875" y="4211320"/>
            <a:ext cx="20853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27405" y="4732020"/>
            <a:ext cx="16059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07504" y="2931790"/>
            <a:ext cx="3969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/>
        </p:nvCxnSpPr>
        <p:spPr>
          <a:xfrm flipV="1">
            <a:off x="504469" y="2637120"/>
            <a:ext cx="323215" cy="894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>
            <a:stCxn id="106" idx="3"/>
            <a:endCxn id="94" idx="1"/>
          </p:cNvCxnSpPr>
          <p:nvPr/>
        </p:nvCxnSpPr>
        <p:spPr>
          <a:xfrm flipV="1">
            <a:off x="504469" y="3491195"/>
            <a:ext cx="323215" cy="40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stCxn id="106" idx="3"/>
            <a:endCxn id="95" idx="1"/>
          </p:cNvCxnSpPr>
          <p:nvPr/>
        </p:nvCxnSpPr>
        <p:spPr>
          <a:xfrm>
            <a:off x="504469" y="3531200"/>
            <a:ext cx="323215" cy="1358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06" idx="3"/>
            <a:endCxn id="97" idx="1"/>
          </p:cNvCxnSpPr>
          <p:nvPr/>
        </p:nvCxnSpPr>
        <p:spPr>
          <a:xfrm>
            <a:off x="504469" y="3531200"/>
            <a:ext cx="323215" cy="1400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504469" y="3531200"/>
            <a:ext cx="527685" cy="879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4255203" y="1203598"/>
            <a:ext cx="7488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4158418" y="1996101"/>
            <a:ext cx="120545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7" name="直接连接符 146"/>
          <p:cNvCxnSpPr/>
          <p:nvPr/>
        </p:nvCxnSpPr>
        <p:spPr>
          <a:xfrm flipV="1">
            <a:off x="2627630" y="1402715"/>
            <a:ext cx="1627505" cy="377190"/>
          </a:xfrm>
          <a:prstGeom prst="bentConnector3">
            <a:avLst>
              <a:gd name="adj1" fmla="val 5002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连接符 250"/>
          <p:cNvCxnSpPr/>
          <p:nvPr/>
        </p:nvCxnSpPr>
        <p:spPr>
          <a:xfrm>
            <a:off x="3780155" y="2643505"/>
            <a:ext cx="585470" cy="137604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矩形 360"/>
          <p:cNvSpPr/>
          <p:nvPr/>
        </p:nvSpPr>
        <p:spPr>
          <a:xfrm>
            <a:off x="4355877" y="3621896"/>
            <a:ext cx="120545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定义和基本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2" name="矩形 381"/>
          <p:cNvSpPr/>
          <p:nvPr/>
        </p:nvSpPr>
        <p:spPr>
          <a:xfrm>
            <a:off x="5915750" y="3259145"/>
            <a:ext cx="17479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数据定义功能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3" name="矩形 382"/>
          <p:cNvSpPr/>
          <p:nvPr/>
        </p:nvSpPr>
        <p:spPr>
          <a:xfrm>
            <a:off x="5915749" y="3579801"/>
            <a:ext cx="174796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数据操作功能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4" name="矩形 383"/>
          <p:cNvSpPr/>
          <p:nvPr/>
        </p:nvSpPr>
        <p:spPr>
          <a:xfrm>
            <a:off x="5988685" y="3884295"/>
            <a:ext cx="2632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事务管理和运行管理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5" name="直接连接符 384"/>
          <p:cNvCxnSpPr/>
          <p:nvPr/>
        </p:nvCxnSpPr>
        <p:spPr>
          <a:xfrm flipV="1">
            <a:off x="5552740" y="3445230"/>
            <a:ext cx="363010" cy="3802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接连接符 385"/>
          <p:cNvCxnSpPr>
            <a:endCxn id="383" idx="1"/>
          </p:cNvCxnSpPr>
          <p:nvPr/>
        </p:nvCxnSpPr>
        <p:spPr>
          <a:xfrm flipV="1">
            <a:off x="5580680" y="3779164"/>
            <a:ext cx="335280" cy="171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连接符 386"/>
          <p:cNvCxnSpPr/>
          <p:nvPr/>
        </p:nvCxnSpPr>
        <p:spPr>
          <a:xfrm>
            <a:off x="5552740" y="3825519"/>
            <a:ext cx="504190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5552719" y="3824570"/>
            <a:ext cx="464185" cy="2882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36310" y="4205605"/>
            <a:ext cx="285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数据存储和查询处理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29960" y="4475480"/>
            <a:ext cx="286766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数据库的建立和维护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5553354" y="3802345"/>
            <a:ext cx="527685" cy="879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580659" y="3867115"/>
            <a:ext cx="436880" cy="1214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017260" y="4803775"/>
            <a:ext cx="28473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其他功能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46"/>
          <p:cNvCxnSpPr/>
          <p:nvPr/>
        </p:nvCxnSpPr>
        <p:spPr>
          <a:xfrm flipV="1">
            <a:off x="2915285" y="2195195"/>
            <a:ext cx="1483995" cy="16510"/>
          </a:xfrm>
          <a:prstGeom prst="bentConnector3">
            <a:avLst>
              <a:gd name="adj1" fmla="val 5002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4" grpId="0"/>
      <p:bldP spid="5" grpId="0"/>
      <p:bldP spid="6" grpId="0"/>
      <p:bldP spid="31" grpId="0"/>
      <p:bldP spid="32" grpId="0"/>
      <p:bldP spid="58" grpId="0"/>
      <p:bldP spid="60" grpId="0"/>
      <p:bldP spid="94" grpId="0"/>
      <p:bldP spid="96" grpId="0"/>
      <p:bldP spid="97" grpId="0"/>
      <p:bldP spid="145" grpId="0"/>
      <p:bldP spid="146" grpId="0"/>
      <p:bldP spid="361" grpId="0"/>
      <p:bldP spid="382" grpId="0"/>
      <p:bldP spid="383" grpId="0"/>
      <p:bldP spid="384" grpId="0"/>
      <p:bldP spid="8" grpId="0"/>
      <p:bldP spid="11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66230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模块一、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数据库系统概述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4604" y="1063883"/>
            <a:ext cx="72007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94560" y="1206500"/>
            <a:ext cx="9359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11095" y="1819275"/>
            <a:ext cx="8712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分类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94671" y="2432065"/>
            <a:ext cx="17303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三个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要素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766738" y="1496348"/>
            <a:ext cx="572135" cy="7842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766738" y="2072293"/>
            <a:ext cx="788035" cy="208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766738" y="2280573"/>
            <a:ext cx="644525" cy="2959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114604" y="1917692"/>
            <a:ext cx="72007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186815" y="3652520"/>
            <a:ext cx="20853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970915" y="4412615"/>
            <a:ext cx="16059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394524" y="1711955"/>
            <a:ext cx="3969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/>
        </p:nvCxnSpPr>
        <p:spPr>
          <a:xfrm flipV="1">
            <a:off x="791489" y="1417285"/>
            <a:ext cx="323215" cy="894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>
            <a:stCxn id="106" idx="3"/>
            <a:endCxn id="94" idx="1"/>
          </p:cNvCxnSpPr>
          <p:nvPr/>
        </p:nvCxnSpPr>
        <p:spPr>
          <a:xfrm flipV="1">
            <a:off x="791489" y="2271360"/>
            <a:ext cx="323215" cy="40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stCxn id="106" idx="3"/>
            <a:endCxn id="95" idx="1"/>
          </p:cNvCxnSpPr>
          <p:nvPr/>
        </p:nvCxnSpPr>
        <p:spPr>
          <a:xfrm>
            <a:off x="791489" y="2311365"/>
            <a:ext cx="323215" cy="1358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06" idx="3"/>
          </p:cNvCxnSpPr>
          <p:nvPr/>
        </p:nvCxnSpPr>
        <p:spPr>
          <a:xfrm>
            <a:off x="791489" y="2311365"/>
            <a:ext cx="324485" cy="2276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91489" y="2311365"/>
            <a:ext cx="539750" cy="15570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203219" y="1711925"/>
            <a:ext cx="647700" cy="2882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203219" y="2000215"/>
            <a:ext cx="647700" cy="1435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707130" y="1496060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622675" y="1927860"/>
            <a:ext cx="174879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4998888" y="1056928"/>
            <a:ext cx="1652270" cy="6121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5003333" y="1941483"/>
            <a:ext cx="1724025" cy="2711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33" idx="1"/>
          </p:cNvCxnSpPr>
          <p:nvPr/>
        </p:nvCxnSpPr>
        <p:spPr>
          <a:xfrm>
            <a:off x="5003333" y="2212628"/>
            <a:ext cx="1656080" cy="1504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6727190" y="772160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727190" y="1764030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网状模型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59245" y="216344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727190" y="2592705"/>
            <a:ext cx="198945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>
            <a:endCxn id="34" idx="1"/>
          </p:cNvCxnSpPr>
          <p:nvPr/>
        </p:nvCxnSpPr>
        <p:spPr>
          <a:xfrm>
            <a:off x="5003444" y="2212305"/>
            <a:ext cx="1724025" cy="579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endCxn id="41" idx="1"/>
          </p:cNvCxnSpPr>
          <p:nvPr/>
        </p:nvCxnSpPr>
        <p:spPr>
          <a:xfrm flipV="1">
            <a:off x="3490763" y="2586643"/>
            <a:ext cx="782320" cy="584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endCxn id="42" idx="1"/>
          </p:cNvCxnSpPr>
          <p:nvPr/>
        </p:nvCxnSpPr>
        <p:spPr>
          <a:xfrm>
            <a:off x="3492033" y="2661573"/>
            <a:ext cx="1003935" cy="4165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endCxn id="43" idx="1"/>
          </p:cNvCxnSpPr>
          <p:nvPr/>
        </p:nvCxnSpPr>
        <p:spPr>
          <a:xfrm>
            <a:off x="3490763" y="2645063"/>
            <a:ext cx="937260" cy="8470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4272915" y="238696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495800" y="287845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27855" y="329247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完整性约束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5" grpId="0"/>
      <p:bldP spid="6" grpId="0"/>
      <p:bldP spid="94" grpId="0"/>
      <p:bldP spid="96" grpId="0"/>
      <p:bldP spid="97" grpId="0"/>
      <p:bldP spid="22" grpId="0"/>
      <p:bldP spid="24" grpId="0"/>
      <p:bldP spid="28" grpId="0"/>
      <p:bldP spid="29" grpId="0"/>
      <p:bldP spid="33" grpId="0"/>
      <p:bldP spid="34" grpId="0"/>
      <p:bldP spid="41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50603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模块一、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数据库系统概述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系统概述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7584" y="1279148"/>
            <a:ext cx="72007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27584" y="2132957"/>
            <a:ext cx="72007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115695" y="2902585"/>
            <a:ext cx="20853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683895" y="3954780"/>
            <a:ext cx="16059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07504" y="1927220"/>
            <a:ext cx="3969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/>
        </p:nvCxnSpPr>
        <p:spPr>
          <a:xfrm flipV="1">
            <a:off x="504469" y="1632550"/>
            <a:ext cx="323215" cy="894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>
            <a:stCxn id="106" idx="3"/>
            <a:endCxn id="94" idx="1"/>
          </p:cNvCxnSpPr>
          <p:nvPr/>
        </p:nvCxnSpPr>
        <p:spPr>
          <a:xfrm flipV="1">
            <a:off x="504469" y="2486625"/>
            <a:ext cx="323215" cy="40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06" idx="3"/>
          </p:cNvCxnSpPr>
          <p:nvPr/>
        </p:nvCxnSpPr>
        <p:spPr>
          <a:xfrm>
            <a:off x="504469" y="2526630"/>
            <a:ext cx="395605" cy="16294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504469" y="2499960"/>
            <a:ext cx="755650" cy="5759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endCxn id="8" idx="1"/>
          </p:cNvCxnSpPr>
          <p:nvPr/>
        </p:nvCxnSpPr>
        <p:spPr>
          <a:xfrm flipV="1">
            <a:off x="3131988" y="1331883"/>
            <a:ext cx="1082675" cy="17792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131988" y="3076228"/>
            <a:ext cx="1368425" cy="50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214495" y="1132205"/>
            <a:ext cx="124206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06265" y="2839720"/>
            <a:ext cx="124206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5375443" y="560358"/>
            <a:ext cx="572135" cy="7842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5375443" y="1136303"/>
            <a:ext cx="788035" cy="208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19" idx="1"/>
          </p:cNvCxnSpPr>
          <p:nvPr/>
        </p:nvCxnSpPr>
        <p:spPr>
          <a:xfrm>
            <a:off x="5375443" y="1344583"/>
            <a:ext cx="720090" cy="213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940425" y="360680"/>
            <a:ext cx="23507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单用户数据库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67120" y="81343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主从式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95365" y="135826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193155" y="1771015"/>
            <a:ext cx="23507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5375554" y="1319495"/>
            <a:ext cx="788035" cy="6426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45" idx="1"/>
          </p:cNvCxnSpPr>
          <p:nvPr/>
        </p:nvCxnSpPr>
        <p:spPr>
          <a:xfrm flipV="1">
            <a:off x="5558958" y="2439323"/>
            <a:ext cx="647700" cy="6546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5558958" y="2885728"/>
            <a:ext cx="788035" cy="2082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558958" y="3094008"/>
            <a:ext cx="720090" cy="213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6206490" y="2239645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外模式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350635" y="2617470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346825" y="3093720"/>
            <a:ext cx="158051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内模式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346825" y="3535680"/>
            <a:ext cx="28130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映像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5559069" y="3093685"/>
            <a:ext cx="788035" cy="6426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6350635" y="3895725"/>
            <a:ext cx="28130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内模式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映像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5559069" y="3103845"/>
            <a:ext cx="863600" cy="1007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2840355" y="3382010"/>
            <a:ext cx="17291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数据定义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554605" y="3900170"/>
            <a:ext cx="22745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数据操纵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DML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840355" y="4352925"/>
            <a:ext cx="303593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数据控制语言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DCL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cxnSp>
        <p:nvCxnSpPr>
          <p:cNvPr id="55" name="直接连接符 54"/>
          <p:cNvCxnSpPr/>
          <p:nvPr/>
        </p:nvCxnSpPr>
        <p:spPr>
          <a:xfrm flipV="1">
            <a:off x="2195998" y="3580418"/>
            <a:ext cx="575945" cy="5759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2195998" y="4083973"/>
            <a:ext cx="575945" cy="723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2195998" y="4156363"/>
            <a:ext cx="644525" cy="2959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4" grpId="0"/>
      <p:bldP spid="96" grpId="0"/>
      <p:bldP spid="97" grpId="0"/>
      <p:bldP spid="8" grpId="0"/>
      <p:bldP spid="10" grpId="0"/>
      <p:bldP spid="16" grpId="0"/>
      <p:bldP spid="17" grpId="0"/>
      <p:bldP spid="19" grpId="0"/>
      <p:bldP spid="31" grpId="0"/>
      <p:bldP spid="45" grpId="0"/>
      <p:bldP spid="46" grpId="0"/>
      <p:bldP spid="47" grpId="0"/>
      <p:bldP spid="48" grpId="0"/>
      <p:bldP spid="50" grpId="0"/>
      <p:bldP spid="52" grpId="0"/>
      <p:bldP spid="53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4857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模块二、实体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7544" y="843558"/>
            <a:ext cx="3240360" cy="461665"/>
          </a:xfrm>
          <a:prstGeom prst="rect">
            <a:avLst/>
          </a:prstGeom>
          <a:ln>
            <a:solidFill>
              <a:srgbClr val="0066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一、知识结构、知识点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5092" y="1836296"/>
            <a:ext cx="122413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77261" y="1491630"/>
            <a:ext cx="1008112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51305" y="2966085"/>
            <a:ext cx="10382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2339674" y="1690911"/>
            <a:ext cx="753110" cy="304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endCxn id="5" idx="1"/>
          </p:cNvCxnSpPr>
          <p:nvPr/>
        </p:nvCxnSpPr>
        <p:spPr>
          <a:xfrm>
            <a:off x="2339674" y="1995711"/>
            <a:ext cx="647700" cy="127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297272" y="710633"/>
            <a:ext cx="955872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297045" y="1057275"/>
            <a:ext cx="59499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356327" y="1491754"/>
            <a:ext cx="148045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56100" y="2283460"/>
            <a:ext cx="12973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弱实体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>
            <a:endCxn id="31" idx="1"/>
          </p:cNvCxnSpPr>
          <p:nvPr/>
        </p:nvCxnSpPr>
        <p:spPr>
          <a:xfrm flipV="1">
            <a:off x="3635818" y="910000"/>
            <a:ext cx="661035" cy="7975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endCxn id="32" idx="1"/>
          </p:cNvCxnSpPr>
          <p:nvPr/>
        </p:nvCxnSpPr>
        <p:spPr>
          <a:xfrm flipV="1">
            <a:off x="3635818" y="1256710"/>
            <a:ext cx="661035" cy="450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3779963" y="1707560"/>
            <a:ext cx="720090" cy="400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779963" y="2107610"/>
            <a:ext cx="647700" cy="392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1547495" y="4068445"/>
            <a:ext cx="8477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645013" y="2412360"/>
            <a:ext cx="39696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</p:cNvCxnSpPr>
          <p:nvPr/>
        </p:nvCxnSpPr>
        <p:spPr>
          <a:xfrm flipV="1">
            <a:off x="1041978" y="2067525"/>
            <a:ext cx="505460" cy="11290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06" idx="3"/>
            <a:endCxn id="97" idx="1"/>
          </p:cNvCxnSpPr>
          <p:nvPr/>
        </p:nvCxnSpPr>
        <p:spPr>
          <a:xfrm>
            <a:off x="1041978" y="3196555"/>
            <a:ext cx="505460" cy="1071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 127"/>
          <p:cNvSpPr/>
          <p:nvPr/>
        </p:nvSpPr>
        <p:spPr>
          <a:xfrm>
            <a:off x="5930131" y="1331067"/>
            <a:ext cx="105158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5930129" y="1668343"/>
            <a:ext cx="105158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1" name="直接连接符 130"/>
          <p:cNvCxnSpPr>
            <a:endCxn id="128" idx="1"/>
          </p:cNvCxnSpPr>
          <p:nvPr/>
        </p:nvCxnSpPr>
        <p:spPr>
          <a:xfrm flipV="1">
            <a:off x="5477374" y="1530519"/>
            <a:ext cx="452755" cy="2000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5477374" y="1730544"/>
            <a:ext cx="534670" cy="121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4891405" y="2733040"/>
            <a:ext cx="17030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4904466" y="3148890"/>
            <a:ext cx="150919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一对多联系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4976495" y="3564255"/>
            <a:ext cx="14554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多对多联系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5" name="直接连接符 154"/>
          <p:cNvCxnSpPr>
            <a:endCxn id="152" idx="1"/>
          </p:cNvCxnSpPr>
          <p:nvPr/>
        </p:nvCxnSpPr>
        <p:spPr>
          <a:xfrm flipV="1">
            <a:off x="2627696" y="2932385"/>
            <a:ext cx="2263775" cy="2152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1044006" y="3196545"/>
            <a:ext cx="5070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>
            <a:stCxn id="4" idx="3"/>
            <a:endCxn id="154" idx="1"/>
          </p:cNvCxnSpPr>
          <p:nvPr/>
        </p:nvCxnSpPr>
        <p:spPr>
          <a:xfrm>
            <a:off x="2589596" y="3165430"/>
            <a:ext cx="2386965" cy="5981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2728595" y="3729990"/>
            <a:ext cx="24041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简单属性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2729230" y="4227830"/>
            <a:ext cx="24034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单值属性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多值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连接符 169"/>
          <p:cNvCxnSpPr>
            <a:endCxn id="168" idx="1"/>
          </p:cNvCxnSpPr>
          <p:nvPr/>
        </p:nvCxnSpPr>
        <p:spPr>
          <a:xfrm flipV="1">
            <a:off x="2123800" y="3929328"/>
            <a:ext cx="604520" cy="370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>
            <a:endCxn id="169" idx="1"/>
          </p:cNvCxnSpPr>
          <p:nvPr/>
        </p:nvCxnSpPr>
        <p:spPr>
          <a:xfrm>
            <a:off x="2195555" y="4371923"/>
            <a:ext cx="533400" cy="55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/>
          <p:cNvSpPr/>
          <p:nvPr/>
        </p:nvSpPr>
        <p:spPr>
          <a:xfrm>
            <a:off x="2728595" y="4711065"/>
            <a:ext cx="26403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基本属性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9" name="直接连接符 178"/>
          <p:cNvCxnSpPr>
            <a:endCxn id="177" idx="1"/>
          </p:cNvCxnSpPr>
          <p:nvPr/>
        </p:nvCxnSpPr>
        <p:spPr>
          <a:xfrm>
            <a:off x="2123800" y="4299378"/>
            <a:ext cx="604520" cy="610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987751" y="1924065"/>
            <a:ext cx="1008112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endCxn id="153" idx="1"/>
          </p:cNvCxnSpPr>
          <p:nvPr/>
        </p:nvCxnSpPr>
        <p:spPr>
          <a:xfrm>
            <a:off x="2590231" y="3164795"/>
            <a:ext cx="2314575" cy="183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940291" y="988802"/>
            <a:ext cx="1051586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507854" y="1241594"/>
            <a:ext cx="525145" cy="467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11" idx="1"/>
          </p:cNvCxnSpPr>
          <p:nvPr/>
        </p:nvCxnSpPr>
        <p:spPr>
          <a:xfrm>
            <a:off x="5436099" y="1708954"/>
            <a:ext cx="575945" cy="511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012044" y="2020768"/>
            <a:ext cx="1051588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28080" y="2322830"/>
            <a:ext cx="18021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性联系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>
            <a:off x="5518216" y="2515825"/>
            <a:ext cx="709930" cy="6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4" grpId="0"/>
      <p:bldP spid="31" grpId="0"/>
      <p:bldP spid="32" grpId="0"/>
      <p:bldP spid="33" grpId="0"/>
      <p:bldP spid="34" grpId="0"/>
      <p:bldP spid="97" grpId="0"/>
      <p:bldP spid="128" grpId="0"/>
      <p:bldP spid="130" grpId="0"/>
      <p:bldP spid="152" grpId="0"/>
      <p:bldP spid="153" grpId="0"/>
      <p:bldP spid="154" grpId="0"/>
      <p:bldP spid="168" grpId="0"/>
      <p:bldP spid="169" grpId="0"/>
      <p:bldP spid="177" grpId="0"/>
      <p:bldP spid="5" grpId="0"/>
      <p:bldP spid="7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4857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模块二、实体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5092" y="1334011"/>
            <a:ext cx="122413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79550" y="2320290"/>
            <a:ext cx="10382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339674" y="1546131"/>
            <a:ext cx="7200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356327" y="989469"/>
            <a:ext cx="148045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56100" y="1781175"/>
            <a:ext cx="12973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弱实体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V="1">
            <a:off x="3851718" y="1205275"/>
            <a:ext cx="648335" cy="2882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851718" y="1493565"/>
            <a:ext cx="575945" cy="5041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1547495" y="3422650"/>
            <a:ext cx="8477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645013" y="1910075"/>
            <a:ext cx="3969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</p:cNvCxnSpPr>
          <p:nvPr/>
        </p:nvCxnSpPr>
        <p:spPr>
          <a:xfrm flipV="1">
            <a:off x="1041978" y="1493485"/>
            <a:ext cx="505460" cy="1016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06" idx="3"/>
          </p:cNvCxnSpPr>
          <p:nvPr/>
        </p:nvCxnSpPr>
        <p:spPr>
          <a:xfrm>
            <a:off x="1041978" y="2509485"/>
            <a:ext cx="577850" cy="1000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4715871" y="2324025"/>
            <a:ext cx="150919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菱形框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6" name="直接连接符 155"/>
          <p:cNvCxnSpPr/>
          <p:nvPr/>
        </p:nvCxnSpPr>
        <p:spPr>
          <a:xfrm>
            <a:off x="1044641" y="2509475"/>
            <a:ext cx="5070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>
            <a:stCxn id="4" idx="3"/>
            <a:endCxn id="153" idx="1"/>
          </p:cNvCxnSpPr>
          <p:nvPr/>
        </p:nvCxnSpPr>
        <p:spPr>
          <a:xfrm>
            <a:off x="2517841" y="2519635"/>
            <a:ext cx="2198370" cy="38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2728595" y="3084195"/>
            <a:ext cx="56375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单值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复合属性：椭圆形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2729230" y="3582035"/>
            <a:ext cx="29235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多值属性：双边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椭圆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连接符 169"/>
          <p:cNvCxnSpPr>
            <a:endCxn id="168" idx="1"/>
          </p:cNvCxnSpPr>
          <p:nvPr/>
        </p:nvCxnSpPr>
        <p:spPr>
          <a:xfrm flipV="1">
            <a:off x="2123800" y="3283533"/>
            <a:ext cx="604520" cy="370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>
            <a:off x="2123800" y="3662628"/>
            <a:ext cx="533400" cy="55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/>
          <p:cNvSpPr/>
          <p:nvPr/>
        </p:nvSpPr>
        <p:spPr>
          <a:xfrm>
            <a:off x="2728595" y="4065270"/>
            <a:ext cx="26403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派生属性：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虚边椭圆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9" name="直接连接符 178"/>
          <p:cNvCxnSpPr>
            <a:endCxn id="177" idx="1"/>
          </p:cNvCxnSpPr>
          <p:nvPr/>
        </p:nvCxnSpPr>
        <p:spPr>
          <a:xfrm>
            <a:off x="2123800" y="3653583"/>
            <a:ext cx="604520" cy="610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987751" y="1325260"/>
            <a:ext cx="1008112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矩形框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5488804" y="1205399"/>
            <a:ext cx="935990" cy="12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516370" y="1798955"/>
            <a:ext cx="18021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双边矩形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480751" y="1984965"/>
            <a:ext cx="10801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443980" y="1042670"/>
            <a:ext cx="18021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单边矩形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61377" y="2429578"/>
            <a:ext cx="955872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04025" y="2861945"/>
            <a:ext cx="10179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>
            <a:endCxn id="16" idx="1"/>
          </p:cNvCxnSpPr>
          <p:nvPr/>
        </p:nvCxnSpPr>
        <p:spPr>
          <a:xfrm>
            <a:off x="5580188" y="2573700"/>
            <a:ext cx="1080770" cy="55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endCxn id="17" idx="1"/>
          </p:cNvCxnSpPr>
          <p:nvPr/>
        </p:nvCxnSpPr>
        <p:spPr>
          <a:xfrm>
            <a:off x="5525578" y="2555285"/>
            <a:ext cx="1278255" cy="506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3" grpId="0"/>
      <p:bldP spid="34" grpId="0"/>
      <p:bldP spid="97" grpId="0"/>
      <p:bldP spid="153" grpId="0"/>
      <p:bldP spid="168" grpId="0"/>
      <p:bldP spid="169" grpId="0"/>
      <p:bldP spid="177" grpId="0"/>
      <p:bldP spid="5" grpId="0"/>
      <p:bldP spid="13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11505" y="154940"/>
            <a:ext cx="8076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模块三、关系数据模型、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、规范化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" y="710818"/>
            <a:ext cx="3042217" cy="430887"/>
          </a:xfrm>
          <a:prstGeom prst="rect">
            <a:avLst/>
          </a:prstGeom>
          <a:ln>
            <a:solidFill>
              <a:srgbClr val="0066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一、知识结构、知识点</a:t>
            </a:r>
            <a:endParaRPr lang="zh-CN" altLang="en-US" sz="2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7020" y="1667584"/>
            <a:ext cx="72000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96947" y="1059582"/>
            <a:ext cx="72007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域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44165" y="1518285"/>
            <a:ext cx="13220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笛卡儿积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>
            <a:stCxn id="62" idx="3"/>
          </p:cNvCxnSpPr>
          <p:nvPr/>
        </p:nvCxnSpPr>
        <p:spPr>
          <a:xfrm flipV="1">
            <a:off x="2532282" y="1275636"/>
            <a:ext cx="383540" cy="7092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2532282" y="1779826"/>
            <a:ext cx="383540" cy="205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1259840" y="2915285"/>
            <a:ext cx="12941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35496" y="2067694"/>
            <a:ext cx="39696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/>
        </p:nvCxnSpPr>
        <p:spPr>
          <a:xfrm flipV="1">
            <a:off x="432461" y="2021309"/>
            <a:ext cx="284480" cy="8305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06" idx="3"/>
            <a:endCxn id="97" idx="1"/>
          </p:cNvCxnSpPr>
          <p:nvPr/>
        </p:nvCxnSpPr>
        <p:spPr>
          <a:xfrm>
            <a:off x="432461" y="2851889"/>
            <a:ext cx="827405" cy="2628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1773646" y="1785511"/>
            <a:ext cx="758636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1403365" y="1995909"/>
            <a:ext cx="4324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2896870" y="1995805"/>
            <a:ext cx="15113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2532546" y="1985174"/>
            <a:ext cx="383540" cy="2266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6463665" y="3942715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实体完整性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6462395" y="4302760"/>
            <a:ext cx="16979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参照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7" name="直接连接符 126"/>
          <p:cNvCxnSpPr/>
          <p:nvPr/>
        </p:nvCxnSpPr>
        <p:spPr>
          <a:xfrm flipV="1">
            <a:off x="2196068" y="4141968"/>
            <a:ext cx="4250055" cy="3022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2340213" y="4444228"/>
            <a:ext cx="4105275" cy="577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2196068" y="4444228"/>
            <a:ext cx="4249420" cy="4737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/>
          <p:cNvSpPr/>
          <p:nvPr/>
        </p:nvSpPr>
        <p:spPr>
          <a:xfrm>
            <a:off x="855980" y="4227830"/>
            <a:ext cx="15271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4" name="直接连接符 173"/>
          <p:cNvCxnSpPr>
            <a:stCxn id="106" idx="3"/>
            <a:endCxn id="173" idx="1"/>
          </p:cNvCxnSpPr>
          <p:nvPr/>
        </p:nvCxnSpPr>
        <p:spPr>
          <a:xfrm>
            <a:off x="432461" y="2851889"/>
            <a:ext cx="423545" cy="15754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987675" y="2711450"/>
            <a:ext cx="13322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556041" y="2010574"/>
            <a:ext cx="504190" cy="8496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987675" y="3181985"/>
            <a:ext cx="13322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556041" y="1995969"/>
            <a:ext cx="504190" cy="1367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834640" y="3711575"/>
            <a:ext cx="174879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>
            <a:stCxn id="62" idx="3"/>
          </p:cNvCxnSpPr>
          <p:nvPr/>
        </p:nvCxnSpPr>
        <p:spPr>
          <a:xfrm>
            <a:off x="2532546" y="1985174"/>
            <a:ext cx="455295" cy="18110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463030" y="4660265"/>
            <a:ext cx="26308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用户自定义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的完整性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60290" y="1458595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60290" y="2499995"/>
            <a:ext cx="169799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60290" y="3363595"/>
            <a:ext cx="26308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8" name="直接连接符 250"/>
          <p:cNvCxnSpPr/>
          <p:nvPr/>
        </p:nvCxnSpPr>
        <p:spPr>
          <a:xfrm flipV="1">
            <a:off x="2411730" y="2644140"/>
            <a:ext cx="2304415" cy="1497965"/>
          </a:xfrm>
          <a:prstGeom prst="bentConnector3">
            <a:avLst>
              <a:gd name="adj1" fmla="val 81317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2411428" y="3148117"/>
            <a:ext cx="0" cy="1001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605905" y="1419860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附加的运算符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605905" y="1857375"/>
            <a:ext cx="20821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>
            <a:endCxn id="30" idx="1"/>
          </p:cNvCxnSpPr>
          <p:nvPr/>
        </p:nvCxnSpPr>
        <p:spPr>
          <a:xfrm flipV="1">
            <a:off x="6012717" y="1114981"/>
            <a:ext cx="59309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22" idx="1"/>
          </p:cNvCxnSpPr>
          <p:nvPr/>
        </p:nvCxnSpPr>
        <p:spPr>
          <a:xfrm>
            <a:off x="6012981" y="1686724"/>
            <a:ext cx="593090" cy="370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左大括号 24"/>
          <p:cNvSpPr/>
          <p:nvPr/>
        </p:nvSpPr>
        <p:spPr>
          <a:xfrm>
            <a:off x="4752340" y="1667510"/>
            <a:ext cx="151130" cy="191325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659245" y="2366645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660515" y="2787650"/>
            <a:ext cx="169799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6085742" y="2560241"/>
            <a:ext cx="383540" cy="205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086006" y="2765589"/>
            <a:ext cx="383540" cy="2266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6605905" y="915670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五种基本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>
            <a:endCxn id="15" idx="3"/>
          </p:cNvCxnSpPr>
          <p:nvPr/>
        </p:nvCxnSpPr>
        <p:spPr>
          <a:xfrm flipV="1">
            <a:off x="6037595" y="1658089"/>
            <a:ext cx="686435" cy="28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240135" y="1548130"/>
            <a:ext cx="20821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4" grpId="0"/>
      <p:bldP spid="97" grpId="0"/>
      <p:bldP spid="62" grpId="0"/>
      <p:bldP spid="56" grpId="0"/>
      <p:bldP spid="125" grpId="0"/>
      <p:bldP spid="126" grpId="0"/>
      <p:bldP spid="173" grpId="0"/>
      <p:bldP spid="5" grpId="0"/>
      <p:bldP spid="7" grpId="0"/>
      <p:bldP spid="10" grpId="0"/>
      <p:bldP spid="14" grpId="0"/>
      <p:bldP spid="15" grpId="0"/>
      <p:bldP spid="16" grpId="0"/>
      <p:bldP spid="17" grpId="0"/>
      <p:bldP spid="21" grpId="0"/>
      <p:bldP spid="22" grpId="0"/>
      <p:bldP spid="26" grpId="0"/>
      <p:bldP spid="27" grpId="0"/>
      <p:bldP spid="30" grpId="0"/>
      <p:bldP spid="38" grpId="0"/>
      <p:bldP spid="25" grpId="0" animBg="1"/>
      <p:bldP spid="2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8289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模块三、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关系数据模型、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、规范化理论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36847" y="1190501"/>
            <a:ext cx="122413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23060" y="2696210"/>
            <a:ext cx="10382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987902" y="917714"/>
            <a:ext cx="148045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987675" y="1709420"/>
            <a:ext cx="12973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弱实体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V="1">
            <a:off x="2483293" y="1133520"/>
            <a:ext cx="648335" cy="2882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483293" y="1421810"/>
            <a:ext cx="575945" cy="5041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1835785" y="3806190"/>
            <a:ext cx="8477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67360" y="988695"/>
            <a:ext cx="70040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图向关系模型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/>
          <p:nvPr/>
        </p:nvCxnSpPr>
        <p:spPr>
          <a:xfrm flipV="1">
            <a:off x="1167708" y="1393155"/>
            <a:ext cx="505460" cy="1016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1167708" y="2409155"/>
            <a:ext cx="739775" cy="15328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1187516" y="2405335"/>
            <a:ext cx="575945" cy="5289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3131820" y="2313305"/>
            <a:ext cx="58566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一对一的和任意一端实体集转换的关系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模式合并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3132455" y="2811145"/>
            <a:ext cx="61410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一对一的和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多端实体集转换的关系模式合并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连接符 169"/>
          <p:cNvCxnSpPr>
            <a:endCxn id="168" idx="1"/>
          </p:cNvCxnSpPr>
          <p:nvPr/>
        </p:nvCxnSpPr>
        <p:spPr>
          <a:xfrm flipV="1">
            <a:off x="2527025" y="2512643"/>
            <a:ext cx="604520" cy="370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>
            <a:off x="2527025" y="2891738"/>
            <a:ext cx="533400" cy="55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/>
          <p:cNvSpPr/>
          <p:nvPr/>
        </p:nvSpPr>
        <p:spPr>
          <a:xfrm>
            <a:off x="3131820" y="3294380"/>
            <a:ext cx="53740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多对多的转换成独立的关系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9" name="直接连接符 178"/>
          <p:cNvCxnSpPr>
            <a:endCxn id="177" idx="1"/>
          </p:cNvCxnSpPr>
          <p:nvPr/>
        </p:nvCxnSpPr>
        <p:spPr>
          <a:xfrm>
            <a:off x="2527025" y="2882693"/>
            <a:ext cx="604520" cy="610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4120379" y="1133644"/>
            <a:ext cx="935990" cy="12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204460" y="1660525"/>
            <a:ext cx="39522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和标识性联系一起转换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112326" y="1913210"/>
            <a:ext cx="10801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075555" y="918210"/>
            <a:ext cx="20218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独立的关系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19475" y="3806190"/>
            <a:ext cx="39522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实体集的属性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联系集的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2433128" y="4013245"/>
            <a:ext cx="986155" cy="374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12" idx="1"/>
          </p:cNvCxnSpPr>
          <p:nvPr/>
        </p:nvCxnSpPr>
        <p:spPr>
          <a:xfrm>
            <a:off x="2433128" y="4057695"/>
            <a:ext cx="986155" cy="5124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419475" y="4370705"/>
            <a:ext cx="39522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多值属性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复合属性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3" grpId="0"/>
      <p:bldP spid="34" grpId="0"/>
      <p:bldP spid="97" grpId="0"/>
      <p:bldP spid="168" grpId="0"/>
      <p:bldP spid="169" grpId="0"/>
      <p:bldP spid="177" grpId="0"/>
      <p:bldP spid="13" grpId="0"/>
      <p:bldP spid="15" grpId="0"/>
      <p:bldP spid="8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11505" y="154940"/>
            <a:ext cx="8076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模块三、关系数据模型、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、规范化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 124"/>
          <p:cNvSpPr/>
          <p:nvPr>
            <p:custDataLst>
              <p:tags r:id="rId1"/>
            </p:custDataLst>
          </p:nvPr>
        </p:nvSpPr>
        <p:spPr>
          <a:xfrm>
            <a:off x="2842895" y="1197610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实体完整性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矩形 125"/>
          <p:cNvSpPr/>
          <p:nvPr>
            <p:custDataLst>
              <p:tags r:id="rId2"/>
            </p:custDataLst>
          </p:nvPr>
        </p:nvSpPr>
        <p:spPr>
          <a:xfrm>
            <a:off x="2842895" y="2428875"/>
            <a:ext cx="16979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参照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7" name="直接连接符 126"/>
          <p:cNvCxnSpPr>
            <a:endCxn id="125" idx="1"/>
          </p:cNvCxnSpPr>
          <p:nvPr>
            <p:custDataLst>
              <p:tags r:id="rId3"/>
            </p:custDataLst>
          </p:nvPr>
        </p:nvCxnSpPr>
        <p:spPr>
          <a:xfrm flipV="1">
            <a:off x="1691243" y="1396863"/>
            <a:ext cx="1151890" cy="6140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>
            <a:endCxn id="126" idx="1"/>
          </p:cNvCxnSpPr>
          <p:nvPr>
            <p:custDataLst>
              <p:tags r:id="rId4"/>
            </p:custDataLst>
          </p:nvPr>
        </p:nvCxnSpPr>
        <p:spPr>
          <a:xfrm>
            <a:off x="1691243" y="2010908"/>
            <a:ext cx="1151890" cy="6172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>
            <p:custDataLst>
              <p:tags r:id="rId5"/>
            </p:custDataLst>
          </p:nvPr>
        </p:nvCxnSpPr>
        <p:spPr>
          <a:xfrm>
            <a:off x="1691243" y="1996938"/>
            <a:ext cx="1007745" cy="2088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/>
          <p:cNvSpPr/>
          <p:nvPr/>
        </p:nvSpPr>
        <p:spPr>
          <a:xfrm>
            <a:off x="323215" y="1852930"/>
            <a:ext cx="15271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98750" y="3928110"/>
            <a:ext cx="26308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用户自定义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的完整性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矩形 189"/>
          <p:cNvSpPr/>
          <p:nvPr>
            <p:custDataLst>
              <p:tags r:id="rId6"/>
            </p:custDataLst>
          </p:nvPr>
        </p:nvSpPr>
        <p:spPr>
          <a:xfrm>
            <a:off x="4931082" y="860494"/>
            <a:ext cx="756397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矩形 192"/>
          <p:cNvSpPr/>
          <p:nvPr>
            <p:custDataLst>
              <p:tags r:id="rId7"/>
            </p:custDataLst>
          </p:nvPr>
        </p:nvSpPr>
        <p:spPr>
          <a:xfrm>
            <a:off x="4930775" y="1182370"/>
            <a:ext cx="24663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实体完整性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4" name="直接连接符 193"/>
          <p:cNvCxnSpPr>
            <a:endCxn id="190" idx="1"/>
          </p:cNvCxnSpPr>
          <p:nvPr>
            <p:custDataLst>
              <p:tags r:id="rId8"/>
            </p:custDataLst>
          </p:nvPr>
        </p:nvCxnSpPr>
        <p:spPr>
          <a:xfrm flipV="1">
            <a:off x="4334793" y="1059914"/>
            <a:ext cx="596289" cy="323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 195"/>
          <p:cNvSpPr/>
          <p:nvPr>
            <p:custDataLst>
              <p:tags r:id="rId9"/>
            </p:custDataLst>
          </p:nvPr>
        </p:nvSpPr>
        <p:spPr>
          <a:xfrm>
            <a:off x="4930775" y="1504315"/>
            <a:ext cx="38627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PRIMARY KEY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8" name="直接连接符 197"/>
          <p:cNvCxnSpPr>
            <a:endCxn id="196" idx="1"/>
          </p:cNvCxnSpPr>
          <p:nvPr>
            <p:custDataLst>
              <p:tags r:id="rId10"/>
            </p:custDataLst>
          </p:nvPr>
        </p:nvCxnSpPr>
        <p:spPr>
          <a:xfrm>
            <a:off x="4334793" y="1382914"/>
            <a:ext cx="596290" cy="3207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endCxn id="193" idx="1"/>
          </p:cNvCxnSpPr>
          <p:nvPr>
            <p:custDataLst>
              <p:tags r:id="rId11"/>
            </p:custDataLst>
          </p:nvPr>
        </p:nvCxnSpPr>
        <p:spPr>
          <a:xfrm flipV="1">
            <a:off x="4334793" y="1381781"/>
            <a:ext cx="596290" cy="11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>
            <p:custDataLst>
              <p:tags r:id="rId12"/>
            </p:custDataLst>
          </p:nvPr>
        </p:nvSpPr>
        <p:spPr>
          <a:xfrm>
            <a:off x="4859962" y="2133034"/>
            <a:ext cx="756397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13"/>
            </p:custDataLst>
          </p:nvPr>
        </p:nvSpPr>
        <p:spPr>
          <a:xfrm>
            <a:off x="4859655" y="2454910"/>
            <a:ext cx="24663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参照完整性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>
            <a:endCxn id="31" idx="1"/>
          </p:cNvCxnSpPr>
          <p:nvPr>
            <p:custDataLst>
              <p:tags r:id="rId14"/>
            </p:custDataLst>
          </p:nvPr>
        </p:nvCxnSpPr>
        <p:spPr>
          <a:xfrm flipV="1">
            <a:off x="4263673" y="2332454"/>
            <a:ext cx="596289" cy="323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>
            <p:custDataLst>
              <p:tags r:id="rId15"/>
            </p:custDataLst>
          </p:nvPr>
        </p:nvSpPr>
        <p:spPr>
          <a:xfrm>
            <a:off x="4859655" y="2776855"/>
            <a:ext cx="38627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FOREIGEN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16"/>
            </p:custDataLst>
          </p:nvPr>
        </p:nvCxnSpPr>
        <p:spPr>
          <a:xfrm>
            <a:off x="4263673" y="2655454"/>
            <a:ext cx="596290" cy="3207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endCxn id="32" idx="1"/>
          </p:cNvCxnSpPr>
          <p:nvPr>
            <p:custDataLst>
              <p:tags r:id="rId17"/>
            </p:custDataLst>
          </p:nvPr>
        </p:nvCxnSpPr>
        <p:spPr>
          <a:xfrm flipV="1">
            <a:off x="4263673" y="2654321"/>
            <a:ext cx="596290" cy="11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/>
      <p:bldP spid="173" grpId="0"/>
      <p:bldP spid="14" grpId="0"/>
      <p:bldP spid="190" grpId="0"/>
      <p:bldP spid="193" grpId="0"/>
      <p:bldP spid="196" grpId="0"/>
      <p:bldP spid="31" grpId="0"/>
      <p:bldP spid="32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11505" y="154940"/>
            <a:ext cx="8076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模块三、关系数据模型、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、规范化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69900" y="2244090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64435" y="3013075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附加的运算符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64435" y="4516120"/>
            <a:ext cx="20821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>
            <a:endCxn id="30" idx="1"/>
          </p:cNvCxnSpPr>
          <p:nvPr/>
        </p:nvCxnSpPr>
        <p:spPr>
          <a:xfrm flipV="1">
            <a:off x="1691542" y="1763316"/>
            <a:ext cx="935990" cy="664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691806" y="2427769"/>
            <a:ext cx="772795" cy="2215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627630" y="1564005"/>
            <a:ext cx="18637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五种基本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1691655" y="2411199"/>
            <a:ext cx="864235" cy="808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5003800" y="1114425"/>
            <a:ext cx="13220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4254402" y="915591"/>
            <a:ext cx="533400" cy="782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4254402" y="1347391"/>
            <a:ext cx="677545" cy="3505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860290" y="1564005"/>
            <a:ext cx="15113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笛卡儿积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>
            <a:endCxn id="56" idx="1"/>
          </p:cNvCxnSpPr>
          <p:nvPr/>
        </p:nvCxnSpPr>
        <p:spPr>
          <a:xfrm>
            <a:off x="4254666" y="1698154"/>
            <a:ext cx="605790" cy="654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932045" y="2044700"/>
            <a:ext cx="13322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endCxn id="5" idx="1"/>
          </p:cNvCxnSpPr>
          <p:nvPr/>
        </p:nvCxnSpPr>
        <p:spPr>
          <a:xfrm>
            <a:off x="4283876" y="1689264"/>
            <a:ext cx="648335" cy="5549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932045" y="2499995"/>
            <a:ext cx="13322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>
            <a:endCxn id="7" idx="1"/>
          </p:cNvCxnSpPr>
          <p:nvPr/>
        </p:nvCxnSpPr>
        <p:spPr>
          <a:xfrm>
            <a:off x="4278161" y="1708949"/>
            <a:ext cx="654050" cy="990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787900" y="715645"/>
            <a:ext cx="13220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92315" y="2721610"/>
            <a:ext cx="13220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4067712" y="2522776"/>
            <a:ext cx="2808605" cy="6972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4067712" y="2954576"/>
            <a:ext cx="2952750" cy="265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948805" y="3171190"/>
            <a:ext cx="15113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>
            <a:endCxn id="16" idx="1"/>
          </p:cNvCxnSpPr>
          <p:nvPr/>
        </p:nvCxnSpPr>
        <p:spPr>
          <a:xfrm>
            <a:off x="4067976" y="3220249"/>
            <a:ext cx="2880995" cy="1504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020560" y="3651885"/>
            <a:ext cx="13322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>
            <a:endCxn id="18" idx="1"/>
          </p:cNvCxnSpPr>
          <p:nvPr/>
        </p:nvCxnSpPr>
        <p:spPr>
          <a:xfrm>
            <a:off x="3996221" y="3220249"/>
            <a:ext cx="3024505" cy="6311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876415" y="2322830"/>
            <a:ext cx="13220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4932045" y="3940175"/>
            <a:ext cx="179959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广义投影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4932045" y="4349750"/>
            <a:ext cx="29603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聚集函数和分组聚集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>
            <a:endCxn id="27" idx="1"/>
          </p:cNvCxnSpPr>
          <p:nvPr>
            <p:custDataLst>
              <p:tags r:id="rId3"/>
            </p:custDataLst>
          </p:nvPr>
        </p:nvCxnSpPr>
        <p:spPr>
          <a:xfrm flipV="1">
            <a:off x="4356383" y="4139449"/>
            <a:ext cx="575945" cy="564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>
            <p:custDataLst>
              <p:tags r:id="rId4"/>
            </p:custDataLst>
          </p:nvPr>
        </p:nvSpPr>
        <p:spPr>
          <a:xfrm>
            <a:off x="4932045" y="4744720"/>
            <a:ext cx="386270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外连接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/>
          <p:cNvCxnSpPr>
            <a:endCxn id="38" idx="1"/>
          </p:cNvCxnSpPr>
          <p:nvPr>
            <p:custDataLst>
              <p:tags r:id="rId5"/>
            </p:custDataLst>
          </p:nvPr>
        </p:nvCxnSpPr>
        <p:spPr>
          <a:xfrm>
            <a:off x="4356383" y="4748414"/>
            <a:ext cx="575945" cy="2120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endCxn id="28" idx="1"/>
          </p:cNvCxnSpPr>
          <p:nvPr>
            <p:custDataLst>
              <p:tags r:id="rId6"/>
            </p:custDataLst>
          </p:nvPr>
        </p:nvCxnSpPr>
        <p:spPr>
          <a:xfrm flipV="1">
            <a:off x="4356383" y="4549024"/>
            <a:ext cx="575945" cy="1828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30" grpId="0"/>
      <p:bldP spid="4" grpId="0"/>
      <p:bldP spid="56" grpId="0"/>
      <p:bldP spid="5" grpId="0"/>
      <p:bldP spid="7" grpId="0"/>
      <p:bldP spid="10" grpId="0"/>
      <p:bldP spid="11" grpId="0"/>
      <p:bldP spid="16" grpId="0"/>
      <p:bldP spid="18" grpId="0"/>
      <p:bldP spid="26" grpId="0"/>
      <p:bldP spid="27" grpId="0"/>
      <p:bldP spid="28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/>
        </p:nvSpPr>
        <p:spPr>
          <a:xfrm>
            <a:off x="1725132" y="43338"/>
            <a:ext cx="7200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725132" y="391147"/>
            <a:ext cx="7200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86410" y="443230"/>
            <a:ext cx="9537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3" name="直接连接符 112"/>
          <p:cNvCxnSpPr>
            <a:stCxn id="108" idx="3"/>
            <a:endCxn id="84" idx="1"/>
          </p:cNvCxnSpPr>
          <p:nvPr/>
        </p:nvCxnSpPr>
        <p:spPr>
          <a:xfrm flipV="1">
            <a:off x="1439938" y="242758"/>
            <a:ext cx="285115" cy="431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08" idx="3"/>
            <a:endCxn id="107" idx="1"/>
          </p:cNvCxnSpPr>
          <p:nvPr/>
        </p:nvCxnSpPr>
        <p:spPr>
          <a:xfrm flipV="1">
            <a:off x="1439938" y="590738"/>
            <a:ext cx="285115" cy="831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3884295" y="388620"/>
            <a:ext cx="31991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集多种数据库语言于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一体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3996055" y="1275715"/>
            <a:ext cx="26701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高度非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过程化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6" name="直接连接符 175"/>
          <p:cNvCxnSpPr>
            <a:stCxn id="186" idx="3"/>
            <a:endCxn id="172" idx="1"/>
          </p:cNvCxnSpPr>
          <p:nvPr/>
        </p:nvCxnSpPr>
        <p:spPr>
          <a:xfrm flipV="1">
            <a:off x="2449043" y="587915"/>
            <a:ext cx="1435100" cy="17430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/>
          <p:cNvSpPr/>
          <p:nvPr/>
        </p:nvSpPr>
        <p:spPr>
          <a:xfrm>
            <a:off x="3851910" y="2331085"/>
            <a:ext cx="35420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面向集合的操作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8" name="直接连接符 177"/>
          <p:cNvCxnSpPr>
            <a:stCxn id="186" idx="3"/>
            <a:endCxn id="177" idx="1"/>
          </p:cNvCxnSpPr>
          <p:nvPr/>
        </p:nvCxnSpPr>
        <p:spPr>
          <a:xfrm>
            <a:off x="2449043" y="2330990"/>
            <a:ext cx="1402715" cy="1993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>
            <a:stCxn id="186" idx="3"/>
            <a:endCxn id="175" idx="1"/>
          </p:cNvCxnSpPr>
          <p:nvPr/>
        </p:nvCxnSpPr>
        <p:spPr>
          <a:xfrm flipV="1">
            <a:off x="2449043" y="1475010"/>
            <a:ext cx="1546860" cy="8559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3636010" y="3325495"/>
            <a:ext cx="48209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一种语法两种使用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3" name="直接连接符 182"/>
          <p:cNvCxnSpPr>
            <a:stCxn id="186" idx="3"/>
            <a:endCxn id="182" idx="1"/>
          </p:cNvCxnSpPr>
          <p:nvPr/>
        </p:nvCxnSpPr>
        <p:spPr>
          <a:xfrm>
            <a:off x="2449043" y="2330990"/>
            <a:ext cx="1186815" cy="1193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1729043" y="2131570"/>
            <a:ext cx="7200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7" name="直接连接符 186"/>
          <p:cNvCxnSpPr>
            <a:stCxn id="108" idx="3"/>
            <a:endCxn id="186" idx="1"/>
          </p:cNvCxnSpPr>
          <p:nvPr/>
        </p:nvCxnSpPr>
        <p:spPr>
          <a:xfrm>
            <a:off x="1439938" y="673923"/>
            <a:ext cx="288925" cy="1657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/>
          <p:cNvSpPr/>
          <p:nvPr/>
        </p:nvSpPr>
        <p:spPr>
          <a:xfrm>
            <a:off x="3851910" y="4381500"/>
            <a:ext cx="29146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功能强大，语言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9" name="直接连接符 188"/>
          <p:cNvCxnSpPr>
            <a:stCxn id="186" idx="3"/>
            <a:endCxn id="188" idx="1"/>
          </p:cNvCxnSpPr>
          <p:nvPr/>
        </p:nvCxnSpPr>
        <p:spPr>
          <a:xfrm>
            <a:off x="2449043" y="2330990"/>
            <a:ext cx="1402715" cy="22498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75" grpId="0"/>
      <p:bldP spid="177" grpId="0"/>
      <p:bldP spid="182" grpId="0"/>
      <p:bldP spid="1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/>
        </p:nvSpPr>
        <p:spPr>
          <a:xfrm>
            <a:off x="2411730" y="483235"/>
            <a:ext cx="133794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数据定义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483485" y="2217420"/>
            <a:ext cx="163639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323215" y="2283460"/>
            <a:ext cx="9537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3" name="直接连接符 112"/>
          <p:cNvCxnSpPr>
            <a:stCxn id="108" idx="3"/>
            <a:endCxn id="84" idx="1"/>
          </p:cNvCxnSpPr>
          <p:nvPr/>
        </p:nvCxnSpPr>
        <p:spPr>
          <a:xfrm flipV="1">
            <a:off x="1276743" y="837118"/>
            <a:ext cx="1134745" cy="16770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08" idx="3"/>
            <a:endCxn id="107" idx="1"/>
          </p:cNvCxnSpPr>
          <p:nvPr/>
        </p:nvCxnSpPr>
        <p:spPr>
          <a:xfrm>
            <a:off x="1276743" y="2514153"/>
            <a:ext cx="1206500" cy="57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/>
          <p:cNvSpPr/>
          <p:nvPr/>
        </p:nvSpPr>
        <p:spPr>
          <a:xfrm>
            <a:off x="3491865" y="3612515"/>
            <a:ext cx="12293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GRANT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3" name="直接连接符 182"/>
          <p:cNvCxnSpPr>
            <a:endCxn id="182" idx="1"/>
          </p:cNvCxnSpPr>
          <p:nvPr/>
        </p:nvCxnSpPr>
        <p:spPr>
          <a:xfrm>
            <a:off x="2915768" y="3724180"/>
            <a:ext cx="575945" cy="876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1729105" y="3507740"/>
            <a:ext cx="127762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数据控制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7" name="直接连接符 186"/>
          <p:cNvCxnSpPr>
            <a:stCxn id="108" idx="3"/>
            <a:endCxn id="186" idx="1"/>
          </p:cNvCxnSpPr>
          <p:nvPr/>
        </p:nvCxnSpPr>
        <p:spPr>
          <a:xfrm>
            <a:off x="1276743" y="2514153"/>
            <a:ext cx="452120" cy="13474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/>
          <p:cNvSpPr/>
          <p:nvPr/>
        </p:nvSpPr>
        <p:spPr>
          <a:xfrm>
            <a:off x="3608705" y="4206240"/>
            <a:ext cx="29146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REVOKE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9" name="直接连接符 188"/>
          <p:cNvCxnSpPr>
            <a:endCxn id="188" idx="1"/>
          </p:cNvCxnSpPr>
          <p:nvPr/>
        </p:nvCxnSpPr>
        <p:spPr>
          <a:xfrm>
            <a:off x="2915768" y="3724180"/>
            <a:ext cx="692785" cy="681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876415" y="51435"/>
            <a:ext cx="19608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TABLE 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9145" y="915670"/>
            <a:ext cx="121348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ALTER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3347568" y="394875"/>
            <a:ext cx="1296035" cy="592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572000" y="1398270"/>
            <a:ext cx="98806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DROP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347568" y="996315"/>
            <a:ext cx="1152525" cy="542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347568" y="987425"/>
            <a:ext cx="1224280" cy="117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5651983" y="136430"/>
            <a:ext cx="1296035" cy="2749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endCxn id="14" idx="1"/>
          </p:cNvCxnSpPr>
          <p:nvPr/>
        </p:nvCxnSpPr>
        <p:spPr>
          <a:xfrm>
            <a:off x="5651983" y="394875"/>
            <a:ext cx="1296035" cy="1001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12" idx="1"/>
          </p:cNvCxnSpPr>
          <p:nvPr/>
        </p:nvCxnSpPr>
        <p:spPr>
          <a:xfrm>
            <a:off x="5651983" y="394875"/>
            <a:ext cx="1242060" cy="1898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643755" y="259080"/>
            <a:ext cx="115951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94195" y="385445"/>
            <a:ext cx="228981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SCHEMA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76415" y="791210"/>
            <a:ext cx="22377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CREATE INDEX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48170" y="1196975"/>
            <a:ext cx="19608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VIEW 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723738" y="411385"/>
            <a:ext cx="1296035" cy="5759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147945" y="2306955"/>
            <a:ext cx="121348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>
            <a:endCxn id="22" idx="1"/>
          </p:cNvCxnSpPr>
          <p:nvPr/>
        </p:nvCxnSpPr>
        <p:spPr>
          <a:xfrm flipV="1">
            <a:off x="3778733" y="2017935"/>
            <a:ext cx="1369060" cy="421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147945" y="2860040"/>
            <a:ext cx="15138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>
            <a:endCxn id="19" idx="1"/>
          </p:cNvCxnSpPr>
          <p:nvPr/>
        </p:nvCxnSpPr>
        <p:spPr>
          <a:xfrm>
            <a:off x="3779368" y="2428875"/>
            <a:ext cx="1368425" cy="6305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endCxn id="17" idx="1"/>
          </p:cNvCxnSpPr>
          <p:nvPr/>
        </p:nvCxnSpPr>
        <p:spPr>
          <a:xfrm>
            <a:off x="3749523" y="2427605"/>
            <a:ext cx="1398270" cy="787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147945" y="1818640"/>
            <a:ext cx="115951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147945" y="3291840"/>
            <a:ext cx="15138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3779368" y="2427605"/>
            <a:ext cx="1368425" cy="1048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7308215" y="1714500"/>
            <a:ext cx="19608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简单查询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6083783" y="1799495"/>
            <a:ext cx="1296035" cy="2749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endCxn id="34" idx="1"/>
          </p:cNvCxnSpPr>
          <p:nvPr/>
        </p:nvCxnSpPr>
        <p:spPr>
          <a:xfrm>
            <a:off x="6083783" y="2057940"/>
            <a:ext cx="1296035" cy="1400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30" idx="1"/>
          </p:cNvCxnSpPr>
          <p:nvPr/>
        </p:nvCxnSpPr>
        <p:spPr>
          <a:xfrm>
            <a:off x="6083783" y="2057940"/>
            <a:ext cx="1242060" cy="1898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325995" y="2048510"/>
            <a:ext cx="228981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308215" y="2454275"/>
            <a:ext cx="22377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379970" y="2860040"/>
            <a:ext cx="19608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嵌套查询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155538" y="2074450"/>
            <a:ext cx="1296035" cy="5759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379970" y="3258820"/>
            <a:ext cx="19608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集合查询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6083783" y="2067465"/>
            <a:ext cx="1296035" cy="991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  <p:bldP spid="188" grpId="0"/>
      <p:bldP spid="2" grpId="0"/>
      <p:bldP spid="3" grpId="0"/>
      <p:bldP spid="5" grpId="0"/>
      <p:bldP spid="11" grpId="0"/>
      <p:bldP spid="12" grpId="0"/>
      <p:bldP spid="13" grpId="0"/>
      <p:bldP spid="14" grpId="0"/>
      <p:bldP spid="17" grpId="0"/>
      <p:bldP spid="19" grpId="0"/>
      <p:bldP spid="22" grpId="0"/>
      <p:bldP spid="23" grpId="0"/>
      <p:bldP spid="26" grpId="0"/>
      <p:bldP spid="30" grpId="0"/>
      <p:bldP spid="31" grpId="0"/>
      <p:bldP spid="32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/>
        </p:nvSpPr>
        <p:spPr>
          <a:xfrm>
            <a:off x="2411730" y="483235"/>
            <a:ext cx="133794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主语言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339340" y="2103755"/>
            <a:ext cx="163639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不使用游标的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32715" y="2283460"/>
            <a:ext cx="114427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3" name="直接连接符 112"/>
          <p:cNvCxnSpPr>
            <a:stCxn id="108" idx="3"/>
            <a:endCxn id="84" idx="1"/>
          </p:cNvCxnSpPr>
          <p:nvPr/>
        </p:nvCxnSpPr>
        <p:spPr>
          <a:xfrm flipV="1">
            <a:off x="1276743" y="837118"/>
            <a:ext cx="1134745" cy="18618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08" idx="3"/>
            <a:endCxn id="107" idx="1"/>
          </p:cNvCxnSpPr>
          <p:nvPr/>
        </p:nvCxnSpPr>
        <p:spPr>
          <a:xfrm flipV="1">
            <a:off x="1276743" y="2457638"/>
            <a:ext cx="1062355" cy="241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/>
          <p:cNvCxnSpPr>
            <a:endCxn id="182" idx="1"/>
          </p:cNvCxnSpPr>
          <p:nvPr/>
        </p:nvCxnSpPr>
        <p:spPr>
          <a:xfrm>
            <a:off x="2915768" y="3724180"/>
            <a:ext cx="575945" cy="876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1729105" y="3507740"/>
            <a:ext cx="127762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使用游标的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7" name="直接连接符 186"/>
          <p:cNvCxnSpPr>
            <a:stCxn id="108" idx="3"/>
            <a:endCxn id="186" idx="1"/>
          </p:cNvCxnSpPr>
          <p:nvPr/>
        </p:nvCxnSpPr>
        <p:spPr>
          <a:xfrm>
            <a:off x="1276743" y="2698938"/>
            <a:ext cx="452120" cy="1316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>
            <a:endCxn id="188" idx="1"/>
          </p:cNvCxnSpPr>
          <p:nvPr/>
        </p:nvCxnSpPr>
        <p:spPr>
          <a:xfrm>
            <a:off x="2915768" y="3724180"/>
            <a:ext cx="692785" cy="681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589145" y="915670"/>
            <a:ext cx="121348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3347568" y="394875"/>
            <a:ext cx="1296035" cy="592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572000" y="1398270"/>
            <a:ext cx="98806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游标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347568" y="996315"/>
            <a:ext cx="1152525" cy="5429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347568" y="987425"/>
            <a:ext cx="1224280" cy="117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643755" y="259080"/>
            <a:ext cx="202628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CODE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47945" y="2306955"/>
            <a:ext cx="121348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>
            <a:endCxn id="22" idx="1"/>
          </p:cNvCxnSpPr>
          <p:nvPr/>
        </p:nvCxnSpPr>
        <p:spPr>
          <a:xfrm flipV="1">
            <a:off x="3778733" y="2017935"/>
            <a:ext cx="1369060" cy="421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950460" y="2773045"/>
            <a:ext cx="41268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查询结果为单个元组的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779368" y="2427605"/>
            <a:ext cx="1080135" cy="4324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endCxn id="17" idx="1"/>
          </p:cNvCxnSpPr>
          <p:nvPr/>
        </p:nvCxnSpPr>
        <p:spPr>
          <a:xfrm>
            <a:off x="3749523" y="2427605"/>
            <a:ext cx="1398270" cy="787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147945" y="1818640"/>
            <a:ext cx="21729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147945" y="3291840"/>
            <a:ext cx="26682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非交互式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3779368" y="2427605"/>
            <a:ext cx="1368425" cy="1048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608705" y="3619500"/>
            <a:ext cx="41268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查询结果为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多个元组的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36010" y="4182745"/>
            <a:ext cx="26682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1" grpId="0"/>
      <p:bldP spid="17" grpId="0"/>
      <p:bldP spid="19" grpId="0"/>
      <p:bldP spid="22" grpId="0"/>
      <p:bldP spid="23" grpId="0"/>
      <p:bldP spid="15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8394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模块三、关系数据模型、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、规范化理论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7584" y="1563638"/>
            <a:ext cx="72007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75485" y="915670"/>
            <a:ext cx="20123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平凡的函数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75485" y="1323975"/>
            <a:ext cx="23133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非平凡的函数依赖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5595" y="1732430"/>
            <a:ext cx="1228253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蕴涵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75485" y="2139950"/>
            <a:ext cx="178625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依赖集的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闭包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>
            <a:stCxn id="3" idx="3"/>
            <a:endCxn id="12" idx="1"/>
          </p:cNvCxnSpPr>
          <p:nvPr/>
        </p:nvCxnSpPr>
        <p:spPr>
          <a:xfrm flipV="1">
            <a:off x="1547663" y="1115358"/>
            <a:ext cx="427990" cy="8020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3" idx="3"/>
            <a:endCxn id="4" idx="1"/>
          </p:cNvCxnSpPr>
          <p:nvPr/>
        </p:nvCxnSpPr>
        <p:spPr>
          <a:xfrm flipV="1">
            <a:off x="1547663" y="1523663"/>
            <a:ext cx="427990" cy="393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3" idx="3"/>
            <a:endCxn id="5" idx="1"/>
          </p:cNvCxnSpPr>
          <p:nvPr/>
        </p:nvCxnSpPr>
        <p:spPr>
          <a:xfrm>
            <a:off x="1547663" y="1917363"/>
            <a:ext cx="427990" cy="146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3" idx="3"/>
            <a:endCxn id="6" idx="1"/>
          </p:cNvCxnSpPr>
          <p:nvPr/>
        </p:nvCxnSpPr>
        <p:spPr>
          <a:xfrm>
            <a:off x="1547663" y="1917363"/>
            <a:ext cx="427990" cy="4222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4716361" y="1301530"/>
            <a:ext cx="20162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自反律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716361" y="1639572"/>
            <a:ext cx="20162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增广律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716361" y="1977614"/>
            <a:ext cx="20162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律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07504" y="1938194"/>
            <a:ext cx="39696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/>
        </p:nvCxnSpPr>
        <p:spPr>
          <a:xfrm flipV="1">
            <a:off x="504469" y="1917209"/>
            <a:ext cx="323215" cy="9899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矩形 225"/>
          <p:cNvSpPr/>
          <p:nvPr/>
        </p:nvSpPr>
        <p:spPr>
          <a:xfrm>
            <a:off x="827405" y="3539490"/>
            <a:ext cx="22606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关系模式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的范式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9" name="直接连接符 408"/>
          <p:cNvCxnSpPr>
            <a:stCxn id="106" idx="3"/>
            <a:endCxn id="226" idx="1"/>
          </p:cNvCxnSpPr>
          <p:nvPr/>
        </p:nvCxnSpPr>
        <p:spPr>
          <a:xfrm>
            <a:off x="504469" y="2907174"/>
            <a:ext cx="323215" cy="8318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827405" y="2522220"/>
            <a:ext cx="158686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Armstrong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4716145" y="2315845"/>
            <a:ext cx="38849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合并规则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伪传递规则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8" name="直接连接符 250"/>
          <p:cNvCxnSpPr/>
          <p:nvPr/>
        </p:nvCxnSpPr>
        <p:spPr>
          <a:xfrm flipV="1">
            <a:off x="2195830" y="2036445"/>
            <a:ext cx="2438400" cy="779780"/>
          </a:xfrm>
          <a:prstGeom prst="bentConnector3">
            <a:avLst>
              <a:gd name="adj1" fmla="val 61067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左大括号 188"/>
          <p:cNvSpPr/>
          <p:nvPr/>
        </p:nvSpPr>
        <p:spPr>
          <a:xfrm>
            <a:off x="4634230" y="1415415"/>
            <a:ext cx="76200" cy="175704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3" name="直接连接符 202"/>
          <p:cNvCxnSpPr>
            <a:stCxn id="106" idx="3"/>
            <a:endCxn id="120" idx="1"/>
          </p:cNvCxnSpPr>
          <p:nvPr/>
        </p:nvCxnSpPr>
        <p:spPr>
          <a:xfrm flipV="1">
            <a:off x="504469" y="2876059"/>
            <a:ext cx="323215" cy="311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16145" y="2653030"/>
            <a:ext cx="38849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属性集的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闭包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16145" y="2992120"/>
            <a:ext cx="38849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函数依赖集的等价和极小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5650" y="4547870"/>
            <a:ext cx="19608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关系模式的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>
            <a:stCxn id="106" idx="3"/>
            <a:endCxn id="10" idx="1"/>
          </p:cNvCxnSpPr>
          <p:nvPr/>
        </p:nvCxnSpPr>
        <p:spPr>
          <a:xfrm>
            <a:off x="504469" y="2907174"/>
            <a:ext cx="251460" cy="18402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872956" y="2998250"/>
            <a:ext cx="2016224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1NF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72956" y="3336292"/>
            <a:ext cx="2016224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2NF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72956" y="3674334"/>
            <a:ext cx="2016224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3NF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72740" y="4012565"/>
            <a:ext cx="38849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BCNF</a:t>
            </a:r>
            <a:endParaRPr 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2772410" y="3085465"/>
            <a:ext cx="76200" cy="129032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连接符 250"/>
          <p:cNvCxnSpPr>
            <a:stCxn id="10" idx="3"/>
          </p:cNvCxnSpPr>
          <p:nvPr/>
        </p:nvCxnSpPr>
        <p:spPr>
          <a:xfrm flipV="1">
            <a:off x="2716530" y="4004310"/>
            <a:ext cx="2613660" cy="7429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374640" y="3477260"/>
            <a:ext cx="28498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保持无损连接的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4005" y="4069715"/>
            <a:ext cx="26409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保持函数依赖的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左大括号 24"/>
          <p:cNvSpPr/>
          <p:nvPr/>
        </p:nvSpPr>
        <p:spPr>
          <a:xfrm>
            <a:off x="5292090" y="3507740"/>
            <a:ext cx="82550" cy="94551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4" grpId="0"/>
      <p:bldP spid="5" grpId="0"/>
      <p:bldP spid="6" grpId="0"/>
      <p:bldP spid="58" grpId="0"/>
      <p:bldP spid="59" grpId="0"/>
      <p:bldP spid="60" grpId="0"/>
      <p:bldP spid="226" grpId="0"/>
      <p:bldP spid="120" grpId="0"/>
      <p:bldP spid="144" grpId="0"/>
      <p:bldP spid="189" grpId="0" bldLvl="0" animBg="1"/>
      <p:bldP spid="7" grpId="0"/>
      <p:bldP spid="8" grpId="0"/>
      <p:bldP spid="10" grpId="0"/>
      <p:bldP spid="13" grpId="0"/>
      <p:bldP spid="14" grpId="0"/>
      <p:bldP spid="15" grpId="0"/>
      <p:bldP spid="16" grpId="0"/>
      <p:bldP spid="17" grpId="0" bldLvl="0" animBg="1"/>
      <p:bldP spid="22" grpId="0"/>
      <p:bldP spid="24" grpId="0"/>
      <p:bldP spid="2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668655" y="146050"/>
            <a:ext cx="8394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模块三、关系数据模型、</a:t>
            </a:r>
            <a:r>
              <a:rPr lang="en-US" altLang="zh-CN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</a:t>
            </a:r>
            <a:r>
              <a:rPr lang="zh-CN" altLang="en-US" sz="32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、规范化理论</a:t>
            </a:r>
            <a:endParaRPr lang="zh-CN" altLang="en-US" sz="32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07540" y="1059815"/>
            <a:ext cx="38747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求属性集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闭包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07504" y="1938194"/>
            <a:ext cx="39696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/>
        </p:nvCxnSpPr>
        <p:spPr>
          <a:xfrm flipV="1">
            <a:off x="504469" y="1259349"/>
            <a:ext cx="1403350" cy="1094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接连接符 408"/>
          <p:cNvCxnSpPr>
            <a:stCxn id="106" idx="3"/>
            <a:endCxn id="26" idx="1"/>
          </p:cNvCxnSpPr>
          <p:nvPr/>
        </p:nvCxnSpPr>
        <p:spPr>
          <a:xfrm>
            <a:off x="504469" y="2353454"/>
            <a:ext cx="1403350" cy="2736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>
            <a:stCxn id="106" idx="3"/>
            <a:endCxn id="18" idx="1"/>
          </p:cNvCxnSpPr>
          <p:nvPr/>
        </p:nvCxnSpPr>
        <p:spPr>
          <a:xfrm flipV="1">
            <a:off x="504469" y="1983249"/>
            <a:ext cx="1403350" cy="3702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06" idx="3"/>
            <a:endCxn id="29" idx="1"/>
          </p:cNvCxnSpPr>
          <p:nvPr/>
        </p:nvCxnSpPr>
        <p:spPr>
          <a:xfrm>
            <a:off x="504469" y="2353454"/>
            <a:ext cx="1547495" cy="210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907540" y="1783715"/>
            <a:ext cx="49936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求函数依赖集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的极小函数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907540" y="2427605"/>
            <a:ext cx="49936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判断分解的无损连接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07540" y="3071495"/>
            <a:ext cx="49936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判断分解的函数依赖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79930" y="3651885"/>
            <a:ext cx="49936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具有无损连接性的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BCNF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051685" y="4262120"/>
            <a:ext cx="6102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具有无损连接性和保持函数依赖的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3NF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>
            <a:endCxn id="27" idx="1"/>
          </p:cNvCxnSpPr>
          <p:nvPr/>
        </p:nvCxnSpPr>
        <p:spPr>
          <a:xfrm>
            <a:off x="540029" y="2355994"/>
            <a:ext cx="1367790" cy="9150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endCxn id="28" idx="1"/>
          </p:cNvCxnSpPr>
          <p:nvPr/>
        </p:nvCxnSpPr>
        <p:spPr>
          <a:xfrm>
            <a:off x="540029" y="2355994"/>
            <a:ext cx="1440180" cy="1495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539750" y="46990"/>
            <a:ext cx="8289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模块四、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完整性、安全性、事务与并发、恢复技术</a:t>
            </a:r>
            <a:endParaRPr lang="zh-CN" altLang="en-US" sz="28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7544" y="843558"/>
            <a:ext cx="3240360" cy="461665"/>
          </a:xfrm>
          <a:prstGeom prst="rect">
            <a:avLst/>
          </a:prstGeom>
          <a:ln>
            <a:solidFill>
              <a:srgbClr val="0066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一、知识结构、知识点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01470" y="1341755"/>
            <a:ext cx="15176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35785" y="2298065"/>
            <a:ext cx="17240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83710" y="1313180"/>
            <a:ext cx="17291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违约情况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764030" y="4164965"/>
            <a:ext cx="257619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用户自定义的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02590" y="2284730"/>
            <a:ext cx="70040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endCxn id="3" idx="1"/>
          </p:cNvCxnSpPr>
          <p:nvPr/>
        </p:nvCxnSpPr>
        <p:spPr>
          <a:xfrm flipV="1">
            <a:off x="1095953" y="1541110"/>
            <a:ext cx="505460" cy="12268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1095953" y="2767930"/>
            <a:ext cx="739775" cy="15328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>
            <a:endCxn id="4" idx="1"/>
          </p:cNvCxnSpPr>
          <p:nvPr/>
        </p:nvCxnSpPr>
        <p:spPr>
          <a:xfrm flipV="1">
            <a:off x="1115761" y="2497410"/>
            <a:ext cx="720090" cy="290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7452360" y="1783080"/>
            <a:ext cx="13208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7472045" y="2273935"/>
            <a:ext cx="8280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级联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7452360" y="2764155"/>
            <a:ext cx="13201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空值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030459" y="151273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090410" y="1313815"/>
            <a:ext cx="8667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203439" y="1535599"/>
            <a:ext cx="935990" cy="12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452360" y="3285490"/>
            <a:ext cx="13201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默认值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左大括号 188"/>
          <p:cNvSpPr/>
          <p:nvPr/>
        </p:nvSpPr>
        <p:spPr>
          <a:xfrm>
            <a:off x="7376160" y="1892300"/>
            <a:ext cx="76200" cy="175704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92600" y="233235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违约情况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3275829" y="2500164"/>
            <a:ext cx="935990" cy="12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6108564" y="2501434"/>
            <a:ext cx="935990" cy="12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5723255" y="2842260"/>
            <a:ext cx="13208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42940" y="3333115"/>
            <a:ext cx="147447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约束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23255" y="3823335"/>
            <a:ext cx="13201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723255" y="4297045"/>
            <a:ext cx="31051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数据库约束：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断言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左大括号 22"/>
          <p:cNvSpPr/>
          <p:nvPr/>
        </p:nvSpPr>
        <p:spPr>
          <a:xfrm>
            <a:off x="5647690" y="3009900"/>
            <a:ext cx="95250" cy="2098675"/>
          </a:xfrm>
          <a:prstGeom prst="leftBrace">
            <a:avLst>
              <a:gd name="adj1" fmla="val 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301989" y="4312454"/>
            <a:ext cx="935990" cy="12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796280" y="4695825"/>
            <a:ext cx="31051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3" grpId="0"/>
      <p:bldP spid="97" grpId="0"/>
      <p:bldP spid="168" grpId="0"/>
      <p:bldP spid="169" grpId="0"/>
      <p:bldP spid="177" grpId="0"/>
      <p:bldP spid="15" grpId="0"/>
      <p:bldP spid="6" grpId="0"/>
      <p:bldP spid="189" grpId="0" bldLvl="0" animBg="1"/>
      <p:bldP spid="7" grpId="0"/>
      <p:bldP spid="18" grpId="0"/>
      <p:bldP spid="19" grpId="0"/>
      <p:bldP spid="21" grpId="0"/>
      <p:bldP spid="22" grpId="0"/>
      <p:bldP spid="23" grpId="0" bldLvl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539750" y="46990"/>
            <a:ext cx="8289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模块四、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完整性、安全性、事务与并发、恢复技术</a:t>
            </a:r>
            <a:endParaRPr lang="zh-CN" altLang="en-US" sz="28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7544" y="843558"/>
            <a:ext cx="3240360" cy="461665"/>
          </a:xfrm>
          <a:prstGeom prst="rect">
            <a:avLst/>
          </a:prstGeom>
          <a:ln>
            <a:solidFill>
              <a:srgbClr val="0066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一、知识结构、知识点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01470" y="1341755"/>
            <a:ext cx="20370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用户标识与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鉴别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35785" y="2298065"/>
            <a:ext cx="17240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自主存取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572000" y="1298575"/>
            <a:ext cx="418655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用户名密码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动态口令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835785" y="3507740"/>
            <a:ext cx="257619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强制存取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02590" y="2284730"/>
            <a:ext cx="70040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安全性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endCxn id="3" idx="1"/>
          </p:cNvCxnSpPr>
          <p:nvPr/>
        </p:nvCxnSpPr>
        <p:spPr>
          <a:xfrm flipV="1">
            <a:off x="1115638" y="1541110"/>
            <a:ext cx="485775" cy="1318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1115638" y="2842225"/>
            <a:ext cx="720090" cy="14408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 flipV="1">
            <a:off x="1115761" y="2552020"/>
            <a:ext cx="720090" cy="290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563484" y="1491784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83710" y="199580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83710" y="242760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>
            <a:endCxn id="7" idx="1"/>
          </p:cNvCxnSpPr>
          <p:nvPr/>
        </p:nvCxnSpPr>
        <p:spPr>
          <a:xfrm flipV="1">
            <a:off x="3492033" y="2195493"/>
            <a:ext cx="791845" cy="338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8" idx="1"/>
          </p:cNvCxnSpPr>
          <p:nvPr/>
        </p:nvCxnSpPr>
        <p:spPr>
          <a:xfrm>
            <a:off x="3492033" y="2533948"/>
            <a:ext cx="791845" cy="9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302125" y="285940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>
            <a:endCxn id="12" idx="1"/>
          </p:cNvCxnSpPr>
          <p:nvPr/>
        </p:nvCxnSpPr>
        <p:spPr>
          <a:xfrm>
            <a:off x="3507908" y="2537123"/>
            <a:ext cx="794385" cy="5219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193540" y="3294380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主体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>
            <a:endCxn id="14" idx="1"/>
          </p:cNvCxnSpPr>
          <p:nvPr/>
        </p:nvCxnSpPr>
        <p:spPr>
          <a:xfrm flipV="1">
            <a:off x="3420278" y="3494068"/>
            <a:ext cx="773430" cy="229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340225" y="3693160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客体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420278" y="3762038"/>
            <a:ext cx="920115" cy="965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97" idx="1"/>
          </p:cNvCxnSpPr>
          <p:nvPr/>
        </p:nvCxnSpPr>
        <p:spPr>
          <a:xfrm>
            <a:off x="1115638" y="2860005"/>
            <a:ext cx="720090" cy="8470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835785" y="4210685"/>
            <a:ext cx="257619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其他安全性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95365" y="394017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>
            <a:endCxn id="31" idx="1"/>
          </p:cNvCxnSpPr>
          <p:nvPr/>
        </p:nvCxnSpPr>
        <p:spPr>
          <a:xfrm flipV="1">
            <a:off x="3707933" y="4139863"/>
            <a:ext cx="2387600" cy="304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6083935" y="436054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3707933" y="4444028"/>
            <a:ext cx="2376170" cy="819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083935" y="3459480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V="1">
            <a:off x="3707933" y="3723938"/>
            <a:ext cx="2448560" cy="7200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3" grpId="0"/>
      <p:bldP spid="97" grpId="0"/>
      <p:bldP spid="7" grpId="0"/>
      <p:bldP spid="8" grpId="0"/>
      <p:bldP spid="12" grpId="0"/>
      <p:bldP spid="14" grpId="0"/>
      <p:bldP spid="27" grpId="0"/>
      <p:bldP spid="30" grpId="0"/>
      <p:bldP spid="31" grpId="0"/>
      <p:bldP spid="34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539750" y="46990"/>
            <a:ext cx="8289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模块四、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完整性、安全性、事务与并发、恢复技术</a:t>
            </a:r>
            <a:endParaRPr lang="zh-CN" altLang="en-US" sz="28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7544" y="843558"/>
            <a:ext cx="3240360" cy="461665"/>
          </a:xfrm>
          <a:prstGeom prst="rect">
            <a:avLst/>
          </a:prstGeom>
          <a:ln>
            <a:solidFill>
              <a:srgbClr val="0066C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一、知识结构、知识点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764030" y="1341755"/>
            <a:ext cx="7689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95805" y="2501265"/>
            <a:ext cx="17240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3780155" y="1347470"/>
            <a:ext cx="208343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1480" y="1920240"/>
            <a:ext cx="70040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endCxn id="3" idx="1"/>
          </p:cNvCxnSpPr>
          <p:nvPr>
            <p:custDataLst>
              <p:tags r:id="rId4"/>
            </p:custDataLst>
          </p:nvPr>
        </p:nvCxnSpPr>
        <p:spPr>
          <a:xfrm flipV="1">
            <a:off x="1115638" y="1541110"/>
            <a:ext cx="648335" cy="1318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endCxn id="4" idx="1"/>
          </p:cNvCxnSpPr>
          <p:nvPr>
            <p:custDataLst>
              <p:tags r:id="rId5"/>
            </p:custDataLst>
          </p:nvPr>
        </p:nvCxnSpPr>
        <p:spPr>
          <a:xfrm flipV="1">
            <a:off x="1115638" y="2700620"/>
            <a:ext cx="880110" cy="159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2728459" y="156353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3491865" y="192595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3491865" y="2504440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9"/>
            </p:custDataLst>
          </p:nvPr>
        </p:nvCxnSpPr>
        <p:spPr>
          <a:xfrm flipV="1">
            <a:off x="2627798" y="2088178"/>
            <a:ext cx="935990" cy="574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10"/>
            </p:custDataLst>
          </p:nvPr>
        </p:nvCxnSpPr>
        <p:spPr>
          <a:xfrm>
            <a:off x="2672248" y="2664758"/>
            <a:ext cx="935990" cy="60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3438525" y="3005455"/>
            <a:ext cx="28981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并发带来什么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>
            <a:endCxn id="12" idx="1"/>
          </p:cNvCxnSpPr>
          <p:nvPr>
            <p:custDataLst>
              <p:tags r:id="rId12"/>
            </p:custDataLst>
          </p:nvPr>
        </p:nvCxnSpPr>
        <p:spPr>
          <a:xfrm>
            <a:off x="2627798" y="2643803"/>
            <a:ext cx="810895" cy="5613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13"/>
            </p:custDataLst>
          </p:nvPr>
        </p:nvSpPr>
        <p:spPr>
          <a:xfrm>
            <a:off x="3491865" y="3940175"/>
            <a:ext cx="28981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如何解决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>
            <p:custDataLst>
              <p:tags r:id="rId14"/>
            </p:custDataLst>
          </p:nvPr>
        </p:nvCxnSpPr>
        <p:spPr>
          <a:xfrm>
            <a:off x="5723754" y="320310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/>
          <p:cNvSpPr/>
          <p:nvPr/>
        </p:nvSpPr>
        <p:spPr>
          <a:xfrm>
            <a:off x="6823710" y="2319655"/>
            <a:ext cx="13208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丢失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6849110" y="2896235"/>
            <a:ext cx="2038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脏数据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6804025" y="3295015"/>
            <a:ext cx="17265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不可重复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左大括号 188"/>
          <p:cNvSpPr/>
          <p:nvPr/>
        </p:nvSpPr>
        <p:spPr>
          <a:xfrm>
            <a:off x="6727825" y="2556510"/>
            <a:ext cx="76200" cy="107886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528310" y="3684905"/>
            <a:ext cx="13208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28310" y="4170045"/>
            <a:ext cx="2038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时间戳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08625" y="4660265"/>
            <a:ext cx="17265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乐观控制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左大括号 17"/>
          <p:cNvSpPr/>
          <p:nvPr/>
        </p:nvSpPr>
        <p:spPr>
          <a:xfrm>
            <a:off x="5432425" y="3921760"/>
            <a:ext cx="76200" cy="107886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endCxn id="5" idx="1"/>
          </p:cNvCxnSpPr>
          <p:nvPr>
            <p:custDataLst>
              <p:tags r:id="rId15"/>
            </p:custDataLst>
          </p:nvPr>
        </p:nvCxnSpPr>
        <p:spPr>
          <a:xfrm>
            <a:off x="2627798" y="2643803"/>
            <a:ext cx="864235" cy="14960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3" grpId="0"/>
      <p:bldP spid="7" grpId="0"/>
      <p:bldP spid="8" grpId="0"/>
      <p:bldP spid="12" grpId="0"/>
      <p:bldP spid="5" grpId="0"/>
      <p:bldP spid="168" grpId="0"/>
      <p:bldP spid="169" grpId="0"/>
      <p:bldP spid="177" grpId="0"/>
      <p:bldP spid="189" grpId="0" bldLvl="0" animBg="1"/>
      <p:bldP spid="15" grpId="0"/>
      <p:bldP spid="16" grpId="0"/>
      <p:bldP spid="17" grpId="0"/>
      <p:bldP spid="1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539750" y="46990"/>
            <a:ext cx="8289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模块四、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完整性、安全性、事务与并发、恢复技术</a:t>
            </a:r>
            <a:endParaRPr lang="zh-CN" altLang="en-US" sz="28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467360" y="1854200"/>
            <a:ext cx="8191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331874" y="1134254"/>
            <a:ext cx="864235" cy="917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endCxn id="24" idx="1"/>
          </p:cNvCxnSpPr>
          <p:nvPr/>
        </p:nvCxnSpPr>
        <p:spPr>
          <a:xfrm>
            <a:off x="1331874" y="2051829"/>
            <a:ext cx="720090" cy="1408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2068195" y="917575"/>
            <a:ext cx="140843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锁的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>
            <a:off x="1907540" y="2357755"/>
            <a:ext cx="20161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加锁带来的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2051685" y="3260725"/>
            <a:ext cx="130302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>
            <a:endCxn id="23" idx="1"/>
          </p:cNvCxnSpPr>
          <p:nvPr/>
        </p:nvCxnSpPr>
        <p:spPr>
          <a:xfrm>
            <a:off x="1331874" y="2070244"/>
            <a:ext cx="575945" cy="4870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067810" y="64452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067810" y="107632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>
            <a:endCxn id="26" idx="1"/>
          </p:cNvCxnSpPr>
          <p:nvPr/>
        </p:nvCxnSpPr>
        <p:spPr>
          <a:xfrm flipV="1">
            <a:off x="3276133" y="844213"/>
            <a:ext cx="791845" cy="3384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27" idx="1"/>
          </p:cNvCxnSpPr>
          <p:nvPr/>
        </p:nvCxnSpPr>
        <p:spPr>
          <a:xfrm>
            <a:off x="3276133" y="1182668"/>
            <a:ext cx="791845" cy="933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643755" y="144462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94580" y="2501900"/>
            <a:ext cx="143764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>
            <a:endCxn id="30" idx="1"/>
          </p:cNvCxnSpPr>
          <p:nvPr/>
        </p:nvCxnSpPr>
        <p:spPr>
          <a:xfrm flipV="1">
            <a:off x="3780323" y="1644313"/>
            <a:ext cx="863600" cy="9302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endCxn id="31" idx="1"/>
          </p:cNvCxnSpPr>
          <p:nvPr/>
        </p:nvCxnSpPr>
        <p:spPr>
          <a:xfrm>
            <a:off x="3780323" y="2574588"/>
            <a:ext cx="1114425" cy="127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456419" y="167656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6516370" y="1477645"/>
            <a:ext cx="16046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先来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先服务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5"/>
            </p:custDataLst>
          </p:nvPr>
        </p:nvCxnSpPr>
        <p:spPr>
          <a:xfrm>
            <a:off x="5578974" y="272431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6693535" y="1927225"/>
            <a:ext cx="20370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封锁法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704330" y="2417445"/>
            <a:ext cx="2038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顺序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封锁法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60515" y="2861945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检测和解除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死锁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左大括号 40"/>
          <p:cNvSpPr/>
          <p:nvPr/>
        </p:nvSpPr>
        <p:spPr>
          <a:xfrm>
            <a:off x="6583045" y="2077720"/>
            <a:ext cx="76200" cy="107886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>
            <p:custDataLst>
              <p:tags r:id="rId6"/>
            </p:custDataLst>
          </p:nvPr>
        </p:nvCxnSpPr>
        <p:spPr>
          <a:xfrm>
            <a:off x="3275829" y="348631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414520" y="2992755"/>
            <a:ext cx="20370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一级封锁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425315" y="3482975"/>
            <a:ext cx="2038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二级封锁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协议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381500" y="3927475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三级封锁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左大括号 45"/>
          <p:cNvSpPr/>
          <p:nvPr/>
        </p:nvSpPr>
        <p:spPr>
          <a:xfrm>
            <a:off x="4304030" y="3143250"/>
            <a:ext cx="76200" cy="107886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>
            <p:custDataLst>
              <p:tags r:id="rId7"/>
            </p:custDataLst>
          </p:nvPr>
        </p:nvSpPr>
        <p:spPr>
          <a:xfrm>
            <a:off x="2195830" y="4093210"/>
            <a:ext cx="16510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两阶段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>
            <p:custDataLst>
              <p:tags r:id="rId8"/>
            </p:custDataLst>
          </p:nvPr>
        </p:nvSpPr>
        <p:spPr>
          <a:xfrm>
            <a:off x="2195830" y="4660265"/>
            <a:ext cx="244538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多粒度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/>
          <p:cNvCxnSpPr>
            <a:endCxn id="49" idx="1"/>
          </p:cNvCxnSpPr>
          <p:nvPr/>
        </p:nvCxnSpPr>
        <p:spPr>
          <a:xfrm>
            <a:off x="1331874" y="2067704"/>
            <a:ext cx="864235" cy="2225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endCxn id="50" idx="1"/>
          </p:cNvCxnSpPr>
          <p:nvPr/>
        </p:nvCxnSpPr>
        <p:spPr>
          <a:xfrm>
            <a:off x="1331874" y="2067704"/>
            <a:ext cx="864235" cy="2792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23" grpId="0"/>
      <p:bldP spid="24" grpId="0"/>
      <p:bldP spid="26" grpId="0"/>
      <p:bldP spid="27" grpId="0"/>
      <p:bldP spid="30" grpId="0"/>
      <p:bldP spid="31" grpId="0"/>
      <p:bldP spid="36" grpId="0"/>
      <p:bldP spid="38" grpId="0"/>
      <p:bldP spid="39" grpId="0"/>
      <p:bldP spid="40" grpId="0"/>
      <p:bldP spid="41" grpId="0" bldLvl="0" animBg="1"/>
      <p:bldP spid="43" grpId="0"/>
      <p:bldP spid="44" grpId="0"/>
      <p:bldP spid="45" grpId="0"/>
      <p:bldP spid="46" grpId="0" bldLvl="0" animBg="1"/>
      <p:bldP spid="49" grpId="0"/>
      <p:bldP spid="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539750" y="46990"/>
            <a:ext cx="8289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模块四、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完整性、安全性、事务与并发、恢复技术</a:t>
            </a:r>
            <a:endParaRPr lang="zh-CN" altLang="en-US" sz="28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764030" y="982980"/>
            <a:ext cx="7689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95805" y="1927225"/>
            <a:ext cx="212026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基于日志的恢复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3780155" y="988695"/>
            <a:ext cx="28803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1480" y="1561465"/>
            <a:ext cx="70040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>
            <p:custDataLst>
              <p:tags r:id="rId4"/>
            </p:custDataLst>
          </p:nvPr>
        </p:nvCxnSpPr>
        <p:spPr>
          <a:xfrm flipV="1">
            <a:off x="1111828" y="1182335"/>
            <a:ext cx="652145" cy="1348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endCxn id="4" idx="1"/>
          </p:cNvCxnSpPr>
          <p:nvPr>
            <p:custDataLst>
              <p:tags r:id="rId5"/>
            </p:custDataLst>
          </p:nvPr>
        </p:nvCxnSpPr>
        <p:spPr>
          <a:xfrm flipV="1">
            <a:off x="1115638" y="2280885"/>
            <a:ext cx="880110" cy="2197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2728459" y="1204764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5003800" y="1564640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延迟更新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5070475" y="214566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即时更新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9"/>
            </p:custDataLst>
          </p:nvPr>
        </p:nvCxnSpPr>
        <p:spPr>
          <a:xfrm flipV="1">
            <a:off x="3923833" y="1729403"/>
            <a:ext cx="1075055" cy="411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10"/>
            </p:custDataLst>
          </p:nvPr>
        </p:nvCxnSpPr>
        <p:spPr>
          <a:xfrm>
            <a:off x="3923833" y="2140883"/>
            <a:ext cx="1119505" cy="225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362575" y="3346450"/>
            <a:ext cx="29083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静态转储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转储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434330" y="4301490"/>
            <a:ext cx="17265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影子分页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左大括号 17"/>
          <p:cNvSpPr/>
          <p:nvPr/>
        </p:nvSpPr>
        <p:spPr>
          <a:xfrm>
            <a:off x="5147310" y="3508375"/>
            <a:ext cx="199390" cy="143002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1994535" y="2788920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检查的恢复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5507990" y="2716530"/>
            <a:ext cx="208343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13"/>
            </p:custDataLst>
          </p:nvPr>
        </p:nvCxnSpPr>
        <p:spPr>
          <a:xfrm>
            <a:off x="3995284" y="421148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14" idx="1"/>
          </p:cNvCxnSpPr>
          <p:nvPr>
            <p:custDataLst>
              <p:tags r:id="rId14"/>
            </p:custDataLst>
          </p:nvPr>
        </p:nvCxnSpPr>
        <p:spPr>
          <a:xfrm>
            <a:off x="1115638" y="2500595"/>
            <a:ext cx="878840" cy="487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1969135" y="4011930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介质故障的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>
            <a:endCxn id="24" idx="1"/>
          </p:cNvCxnSpPr>
          <p:nvPr>
            <p:custDataLst>
              <p:tags r:id="rId16"/>
            </p:custDataLst>
          </p:nvPr>
        </p:nvCxnSpPr>
        <p:spPr>
          <a:xfrm>
            <a:off x="1115003" y="2499960"/>
            <a:ext cx="854075" cy="1711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365115" y="3823970"/>
            <a:ext cx="290830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海量转储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增量转储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466080" y="4672330"/>
            <a:ext cx="172656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>
            <p:custDataLst>
              <p:tags r:id="rId17"/>
            </p:custDataLst>
          </p:nvPr>
        </p:nvCxnSpPr>
        <p:spPr>
          <a:xfrm>
            <a:off x="4499474" y="291862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3" grpId="0"/>
      <p:bldP spid="7" grpId="0"/>
      <p:bldP spid="8" grpId="0"/>
      <p:bldP spid="15" grpId="0"/>
      <p:bldP spid="17" grpId="0"/>
      <p:bldP spid="18" grpId="0" bldLvl="0" animBg="1"/>
      <p:bldP spid="14" grpId="0"/>
      <p:bldP spid="19" grpId="0"/>
      <p:bldP spid="24" grpId="0"/>
      <p:bldP spid="26" grpId="0"/>
      <p:bldP spid="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539750" y="46990"/>
            <a:ext cx="8289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设计</a:t>
            </a:r>
            <a:endParaRPr lang="zh-CN" altLang="en-US" sz="28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123440" y="988695"/>
            <a:ext cx="140779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95805" y="1927225"/>
            <a:ext cx="21202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概念结构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4525010" y="988695"/>
            <a:ext cx="31203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数据字典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1480" y="1561465"/>
            <a:ext cx="70040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>
            <p:custDataLst>
              <p:tags r:id="rId4"/>
            </p:custDataLst>
          </p:nvPr>
        </p:nvCxnSpPr>
        <p:spPr>
          <a:xfrm flipV="1">
            <a:off x="1111828" y="1188050"/>
            <a:ext cx="1011555" cy="13423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endCxn id="4" idx="1"/>
          </p:cNvCxnSpPr>
          <p:nvPr>
            <p:custDataLst>
              <p:tags r:id="rId5"/>
            </p:custDataLst>
          </p:nvPr>
        </p:nvCxnSpPr>
        <p:spPr>
          <a:xfrm flipV="1">
            <a:off x="1115638" y="2126580"/>
            <a:ext cx="880110" cy="3733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3491729" y="1204764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5003800" y="1564640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5070475" y="214566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9"/>
            </p:custDataLst>
          </p:nvPr>
        </p:nvCxnSpPr>
        <p:spPr>
          <a:xfrm flipV="1">
            <a:off x="3923833" y="1729403"/>
            <a:ext cx="1075055" cy="411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10"/>
            </p:custDataLst>
          </p:nvPr>
        </p:nvCxnSpPr>
        <p:spPr>
          <a:xfrm>
            <a:off x="3923833" y="2140883"/>
            <a:ext cx="1119505" cy="225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1972945" y="2961005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逻辑结构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>
            <a:endCxn id="14" idx="1"/>
          </p:cNvCxnSpPr>
          <p:nvPr>
            <p:custDataLst>
              <p:tags r:id="rId12"/>
            </p:custDataLst>
          </p:nvPr>
        </p:nvCxnSpPr>
        <p:spPr>
          <a:xfrm>
            <a:off x="1115003" y="2499960"/>
            <a:ext cx="857885" cy="66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13"/>
            </p:custDataLst>
          </p:nvPr>
        </p:nvSpPr>
        <p:spPr>
          <a:xfrm>
            <a:off x="1969135" y="3658870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物理结构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>
            <a:endCxn id="24" idx="1"/>
          </p:cNvCxnSpPr>
          <p:nvPr>
            <p:custDataLst>
              <p:tags r:id="rId14"/>
            </p:custDataLst>
          </p:nvPr>
        </p:nvCxnSpPr>
        <p:spPr>
          <a:xfrm>
            <a:off x="1115638" y="2500595"/>
            <a:ext cx="853440" cy="13576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5"/>
            </p:custDataLst>
          </p:nvPr>
        </p:nvSpPr>
        <p:spPr>
          <a:xfrm>
            <a:off x="1969135" y="4300220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数据库的实施和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>
            <a:endCxn id="2" idx="1"/>
          </p:cNvCxnSpPr>
          <p:nvPr>
            <p:custDataLst>
              <p:tags r:id="rId16"/>
            </p:custDataLst>
          </p:nvPr>
        </p:nvCxnSpPr>
        <p:spPr>
          <a:xfrm>
            <a:off x="1115638" y="2499960"/>
            <a:ext cx="853440" cy="19996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7"/>
            </p:custDataLst>
          </p:nvPr>
        </p:nvCxnSpPr>
        <p:spPr>
          <a:xfrm>
            <a:off x="3645399" y="3187869"/>
            <a:ext cx="879475" cy="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749165" y="2580640"/>
            <a:ext cx="20370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关系模式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规范化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59960" y="3070860"/>
            <a:ext cx="2038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外模式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787900" y="3515360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关系模式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左大括号 45"/>
          <p:cNvSpPr/>
          <p:nvPr/>
        </p:nvSpPr>
        <p:spPr>
          <a:xfrm>
            <a:off x="4683760" y="2743835"/>
            <a:ext cx="76200" cy="107886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3" grpId="0"/>
      <p:bldP spid="7" grpId="0"/>
      <p:bldP spid="8" grpId="0"/>
      <p:bldP spid="14" grpId="0"/>
      <p:bldP spid="24" grpId="0"/>
      <p:bldP spid="2" grpId="0"/>
      <p:bldP spid="43" grpId="0"/>
      <p:bldP spid="44" grpId="0"/>
      <p:bldP spid="45" grpId="0"/>
      <p:bldP spid="4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5"/>
          <p:cNvSpPr txBox="1"/>
          <p:nvPr/>
        </p:nvSpPr>
        <p:spPr>
          <a:xfrm>
            <a:off x="539750" y="46990"/>
            <a:ext cx="8289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模块六、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查询处理与</a:t>
            </a:r>
            <a:r>
              <a:rPr lang="zh-CN" altLang="en-US" sz="2800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优化</a:t>
            </a:r>
            <a:endParaRPr lang="zh-CN" altLang="en-US" sz="2800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764030" y="982980"/>
            <a:ext cx="20110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查询处理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95805" y="1927225"/>
            <a:ext cx="21202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选择运算的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11480" y="1561465"/>
            <a:ext cx="70040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>
            <a:stCxn id="106" idx="3"/>
            <a:endCxn id="3" idx="1"/>
          </p:cNvCxnSpPr>
          <p:nvPr>
            <p:custDataLst>
              <p:tags r:id="rId3"/>
            </p:custDataLst>
          </p:nvPr>
        </p:nvCxnSpPr>
        <p:spPr>
          <a:xfrm flipV="1">
            <a:off x="1111828" y="1182335"/>
            <a:ext cx="652145" cy="1348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endCxn id="4" idx="1"/>
          </p:cNvCxnSpPr>
          <p:nvPr>
            <p:custDataLst>
              <p:tags r:id="rId4"/>
            </p:custDataLst>
          </p:nvPr>
        </p:nvCxnSpPr>
        <p:spPr>
          <a:xfrm flipV="1">
            <a:off x="1115638" y="2126580"/>
            <a:ext cx="880110" cy="3733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5003800" y="1564640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5070475" y="2145665"/>
            <a:ext cx="190182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 flipV="1">
            <a:off x="3923833" y="1729403"/>
            <a:ext cx="1075055" cy="4114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8"/>
            </p:custDataLst>
          </p:nvPr>
        </p:nvCxnSpPr>
        <p:spPr>
          <a:xfrm>
            <a:off x="3923833" y="2140883"/>
            <a:ext cx="1119505" cy="225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1994535" y="2788920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连接运算的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>
            <a:endCxn id="14" idx="1"/>
          </p:cNvCxnSpPr>
          <p:nvPr>
            <p:custDataLst>
              <p:tags r:id="rId10"/>
            </p:custDataLst>
          </p:nvPr>
        </p:nvCxnSpPr>
        <p:spPr>
          <a:xfrm>
            <a:off x="1115638" y="2500595"/>
            <a:ext cx="878840" cy="487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11"/>
            </p:custDataLst>
          </p:nvPr>
        </p:nvSpPr>
        <p:spPr>
          <a:xfrm>
            <a:off x="1969135" y="3658870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>
            <a:endCxn id="24" idx="1"/>
          </p:cNvCxnSpPr>
          <p:nvPr>
            <p:custDataLst>
              <p:tags r:id="rId12"/>
            </p:custDataLst>
          </p:nvPr>
        </p:nvCxnSpPr>
        <p:spPr>
          <a:xfrm>
            <a:off x="1115638" y="2500595"/>
            <a:ext cx="853440" cy="13576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3"/>
            </p:custDataLst>
          </p:nvPr>
        </p:nvSpPr>
        <p:spPr>
          <a:xfrm>
            <a:off x="1969135" y="4300220"/>
            <a:ext cx="253047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>
            <a:endCxn id="2" idx="1"/>
          </p:cNvCxnSpPr>
          <p:nvPr>
            <p:custDataLst>
              <p:tags r:id="rId14"/>
            </p:custDataLst>
          </p:nvPr>
        </p:nvCxnSpPr>
        <p:spPr>
          <a:xfrm>
            <a:off x="1115638" y="2499960"/>
            <a:ext cx="853440" cy="19996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5"/>
            </p:custDataLst>
          </p:nvPr>
        </p:nvCxnSpPr>
        <p:spPr>
          <a:xfrm flipV="1">
            <a:off x="4067674" y="2992924"/>
            <a:ext cx="2338070" cy="107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6635750" y="2546985"/>
            <a:ext cx="20370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482080" y="2991485"/>
            <a:ext cx="2038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块嵌套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10020" y="3435985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索引嵌套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左大括号 45"/>
          <p:cNvSpPr/>
          <p:nvPr/>
        </p:nvSpPr>
        <p:spPr>
          <a:xfrm>
            <a:off x="6405880" y="2664460"/>
            <a:ext cx="177165" cy="178879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71285" y="3837305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82410" y="4278630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33495" y="3211830"/>
            <a:ext cx="203708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等价变换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33495" y="3658870"/>
            <a:ext cx="203835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启发式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规则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75075" y="4105910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语法树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3603625" y="3329305"/>
            <a:ext cx="103505" cy="134874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775075" y="4456430"/>
            <a:ext cx="220154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语法树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6"/>
            </p:custDataLst>
          </p:nvPr>
        </p:nvCxnSpPr>
        <p:spPr>
          <a:xfrm>
            <a:off x="3131684" y="3853349"/>
            <a:ext cx="2876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4" grpId="0"/>
      <p:bldP spid="24" grpId="0"/>
      <p:bldP spid="2" grpId="0"/>
      <p:bldP spid="43" grpId="0"/>
      <p:bldP spid="44" grpId="0"/>
      <p:bldP spid="45" grpId="0"/>
      <p:bldP spid="46" grpId="0" bldLvl="0" animBg="1"/>
      <p:bldP spid="6" grpId="0"/>
      <p:bldP spid="12" grpId="0"/>
      <p:bldP spid="13" grpId="0"/>
      <p:bldP spid="15" grpId="0"/>
      <p:bldP spid="16" grpId="0"/>
      <p:bldP spid="17" grpId="0" bldLvl="0" animBg="1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63888" y="1563638"/>
            <a:ext cx="3744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   谢 </a:t>
            </a:r>
            <a:r>
              <a:rPr lang="zh-CN" altLang="en-US" sz="6000" b="1" i="1" dirty="0">
                <a:solidFill>
                  <a:schemeClr val="bg1"/>
                </a:solidFill>
              </a:rPr>
              <a:t>！</a:t>
            </a:r>
            <a:endParaRPr lang="zh-CN" altLang="en-US" sz="60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2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3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4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5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6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7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8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9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0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1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2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3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4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5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6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7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8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19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20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21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22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23.xml><?xml version="1.0" encoding="utf-8"?>
<p:tagLst xmlns:p="http://schemas.openxmlformats.org/presentationml/2006/main">
  <p:tag name="KSO_WM_DIAGRAM_VIRTUALLY_FRAME" val="{&quot;height&quot;:253.93377952755904,&quot;left&quot;:110.5687401574803,&quot;top&quot;:96.00543307086613,&quot;width&quot;:559.2312598425196}"/>
</p:tagLst>
</file>

<file path=ppt/tags/tag2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2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2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27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28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29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0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1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2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3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7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8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39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0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1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2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3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7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8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49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0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1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2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3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7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8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59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0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1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2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3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7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8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69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0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1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2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3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7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8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79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0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1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2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3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7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8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89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90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91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92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93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94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95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ags/tag96.xml><?xml version="1.0" encoding="utf-8"?>
<p:tagLst xmlns:p="http://schemas.openxmlformats.org/presentationml/2006/main">
  <p:tag name="KSO_WM_DIAGRAM_VIRTUALLY_FRAME" val="{&quot;height&quot;:292.7,&quot;left&quot;:87.84551181102361,&quot;top&quot;:105.65,&quot;width&quot;:411.104488188976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2475</Words>
  <Application>WPS 演示</Application>
  <PresentationFormat>全屏显示(16:9)</PresentationFormat>
  <Paragraphs>737</Paragraphs>
  <Slides>26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Impact</vt:lpstr>
      <vt:lpstr>Calibri</vt:lpstr>
      <vt:lpstr>Arial Unicode MS</vt:lpstr>
      <vt:lpstr>Office 主题​​</vt:lpstr>
      <vt:lpstr>数据库系统原理课程辅导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sfs</dc:creator>
  <cp:lastModifiedBy>ZhiWM</cp:lastModifiedBy>
  <cp:revision>1208</cp:revision>
  <dcterms:created xsi:type="dcterms:W3CDTF">2015-12-18T05:28:00Z</dcterms:created>
  <dcterms:modified xsi:type="dcterms:W3CDTF">2026-06-13T02:46:47Z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C97CC963B4D641308019D9F4B0ADF76D_12</vt:lpwstr>
  </property>
</Properties>
</file>